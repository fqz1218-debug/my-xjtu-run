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82" r:id="rId3"/>
    <p:sldId id="263" r:id="rId4"/>
    <p:sldId id="260" r:id="rId5"/>
    <p:sldId id="283" r:id="rId6"/>
    <p:sldId id="268" r:id="rId7"/>
    <p:sldId id="269" r:id="rId8"/>
    <p:sldId id="262" r:id="rId9"/>
    <p:sldId id="284" r:id="rId10"/>
    <p:sldId id="274" r:id="rId11"/>
    <p:sldId id="267" r:id="rId12"/>
    <p:sldId id="279" r:id="rId13"/>
    <p:sldId id="285" r:id="rId14"/>
    <p:sldId id="336" r:id="rId15"/>
    <p:sldId id="337" r:id="rId16"/>
    <p:sldId id="339" r:id="rId17"/>
    <p:sldId id="286" r:id="rId18"/>
    <p:sldId id="271" r:id="rId19"/>
    <p:sldId id="281" r:id="rId2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649F"/>
    <a:srgbClr val="326AA8"/>
    <a:srgbClr val="196FB2"/>
    <a:srgbClr val="0075BB"/>
    <a:srgbClr val="5E80B0"/>
    <a:srgbClr val="7DB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75"/>
    <p:restoredTop sz="94660"/>
  </p:normalViewPr>
  <p:slideViewPr>
    <p:cSldViewPr snapToGrid="0" showGuides="1">
      <p:cViewPr varScale="1">
        <p:scale>
          <a:sx n="96" d="100"/>
          <a:sy n="96" d="100"/>
        </p:scale>
        <p:origin x="292" y="52"/>
      </p:cViewPr>
      <p:guideLst>
        <p:guide orient="horz" pos="2160"/>
        <p:guide pos="29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0BEB2-C01B-4A81-B909-C84C10970D64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219FA-2147-4988-95A7-3C0A86F19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7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AECA6-CB79-4E18-B528-83F1FBEA310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2025/11/27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image" Target="../media/image6.png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1" name="文本框 62"/>
          <p:cNvSpPr txBox="1"/>
          <p:nvPr/>
        </p:nvSpPr>
        <p:spPr>
          <a:xfrm>
            <a:off x="2001838" y="2633663"/>
            <a:ext cx="8648700" cy="11080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6600" b="1" dirty="0">
                <a:solidFill>
                  <a:srgbClr val="4B649F"/>
                </a:solidFill>
              </a:rPr>
              <a:t>模拟计算器设计与实现</a:t>
            </a:r>
            <a:endParaRPr lang="zh-CN" altLang="en-US" sz="6600" b="1" dirty="0">
              <a:solidFill>
                <a:srgbClr val="4B649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052" name="组合 1026"/>
          <p:cNvGrpSpPr/>
          <p:nvPr/>
        </p:nvGrpSpPr>
        <p:grpSpPr>
          <a:xfrm>
            <a:off x="2095500" y="3898900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5" name="组合 1025"/>
          <p:cNvGrpSpPr/>
          <p:nvPr/>
        </p:nvGrpSpPr>
        <p:grpSpPr>
          <a:xfrm>
            <a:off x="4624388" y="3898900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8" name="文本框 1027"/>
          <p:cNvSpPr txBox="1"/>
          <p:nvPr/>
        </p:nvSpPr>
        <p:spPr>
          <a:xfrm>
            <a:off x="2411413" y="3846513"/>
            <a:ext cx="189026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信息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2301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2059" name="文本框 112"/>
          <p:cNvSpPr txBox="1"/>
          <p:nvPr/>
        </p:nvSpPr>
        <p:spPr>
          <a:xfrm>
            <a:off x="4940300" y="3846513"/>
            <a:ext cx="3147015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敖凯航 杜斯博 王启舟 张玉峰</a:t>
            </a:r>
          </a:p>
        </p:txBody>
      </p:sp>
      <p:sp>
        <p:nvSpPr>
          <p:cNvPr id="1068" name="矩形 1067"/>
          <p:cNvSpPr/>
          <p:nvPr/>
        </p:nvSpPr>
        <p:spPr>
          <a:xfrm>
            <a:off x="1466850" y="2439988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69" name="矩形 1068"/>
          <p:cNvSpPr/>
          <p:nvPr/>
        </p:nvSpPr>
        <p:spPr>
          <a:xfrm>
            <a:off x="10906125" y="4237038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0637838" y="4008438"/>
            <a:ext cx="474663" cy="474663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308100" y="2233613"/>
            <a:ext cx="474663" cy="474663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460500" y="2386013"/>
            <a:ext cx="474663" cy="474663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 descr="校徽校名白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" y="498475"/>
            <a:ext cx="3105785" cy="831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5D3A-DE6F-DF9D-01A7-A6CA44E7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图片 6">
            <a:extLst>
              <a:ext uri="{FF2B5EF4-FFF2-40B4-BE49-F238E27FC236}">
                <a16:creationId xmlns:a16="http://schemas.microsoft.com/office/drawing/2014/main" id="{EB2516B1-C989-F0E1-6580-238D70A62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任意多边形 47">
            <a:extLst>
              <a:ext uri="{FF2B5EF4-FFF2-40B4-BE49-F238E27FC236}">
                <a16:creationId xmlns:a16="http://schemas.microsoft.com/office/drawing/2014/main" id="{2BA15A66-D714-A6D0-0360-879811C8F00F}"/>
              </a:ext>
            </a:extLst>
          </p:cNvPr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 descr="校徽校名白色">
            <a:extLst>
              <a:ext uri="{FF2B5EF4-FFF2-40B4-BE49-F238E27FC236}">
                <a16:creationId xmlns:a16="http://schemas.microsoft.com/office/drawing/2014/main" id="{D6E8E389-D215-6388-7F2C-8E4991B3C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" y="498475"/>
            <a:ext cx="3105785" cy="83185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3838216E-B2D9-0FFF-C8AF-8EE10C9092E4}"/>
              </a:ext>
            </a:extLst>
          </p:cNvPr>
          <p:cNvGrpSpPr/>
          <p:nvPr/>
        </p:nvGrpSpPr>
        <p:grpSpPr>
          <a:xfrm>
            <a:off x="2147744" y="1931512"/>
            <a:ext cx="2046054" cy="2046054"/>
            <a:chOff x="952456" y="3218117"/>
            <a:chExt cx="877066" cy="877066"/>
          </a:xfrm>
        </p:grpSpPr>
        <p:sp>
          <p:nvSpPr>
            <p:cNvPr id="16" name="椭圆 50">
              <a:extLst>
                <a:ext uri="{FF2B5EF4-FFF2-40B4-BE49-F238E27FC236}">
                  <a16:creationId xmlns:a16="http://schemas.microsoft.com/office/drawing/2014/main" id="{F2DB473A-9602-70D4-C662-3AE7C5B63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456" y="3218117"/>
              <a:ext cx="877066" cy="877066"/>
            </a:xfrm>
            <a:prstGeom prst="ellipse">
              <a:avLst/>
            </a:prstGeom>
            <a:solidFill>
              <a:schemeClr val="bg1"/>
            </a:solidFill>
            <a:ln w="76200" cap="sq" cmpd="sng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304EFB50-3D41-89D4-8127-D6E35F0F42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52086" y="3367890"/>
              <a:ext cx="477805" cy="577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37">
            <a:extLst>
              <a:ext uri="{FF2B5EF4-FFF2-40B4-BE49-F238E27FC236}">
                <a16:creationId xmlns:a16="http://schemas.microsoft.com/office/drawing/2014/main" id="{CE0D180A-612A-44E8-DAF7-7AE55A0F49A6}"/>
              </a:ext>
            </a:extLst>
          </p:cNvPr>
          <p:cNvSpPr txBox="1"/>
          <p:nvPr/>
        </p:nvSpPr>
        <p:spPr>
          <a:xfrm>
            <a:off x="2616773" y="425179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pic>
        <p:nvPicPr>
          <p:cNvPr id="19" name="Picture 2" descr="D:\360data\重要数据\桌面\46676.png">
            <a:extLst>
              <a:ext uri="{FF2B5EF4-FFF2-40B4-BE49-F238E27FC236}">
                <a16:creationId xmlns:a16="http://schemas.microsoft.com/office/drawing/2014/main" id="{BC686894-9767-D91E-9AC7-AFCA48DAC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64" y="1916832"/>
            <a:ext cx="2075414" cy="207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49">
            <a:extLst>
              <a:ext uri="{FF2B5EF4-FFF2-40B4-BE49-F238E27FC236}">
                <a16:creationId xmlns:a16="http://schemas.microsoft.com/office/drawing/2014/main" id="{DE0EFC10-A60B-DD7D-A618-B45AF84D6DAC}"/>
              </a:ext>
            </a:extLst>
          </p:cNvPr>
          <p:cNvSpPr txBox="1"/>
          <p:nvPr/>
        </p:nvSpPr>
        <p:spPr>
          <a:xfrm>
            <a:off x="6383238" y="190613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9A70558-DCDD-5991-A6D3-290A91CBD30B}"/>
              </a:ext>
            </a:extLst>
          </p:cNvPr>
          <p:cNvGrpSpPr/>
          <p:nvPr/>
        </p:nvGrpSpPr>
        <p:grpSpPr>
          <a:xfrm>
            <a:off x="6032873" y="2016171"/>
            <a:ext cx="180975" cy="2796989"/>
            <a:chOff x="6032873" y="1880798"/>
            <a:chExt cx="180975" cy="2796989"/>
          </a:xfrm>
        </p:grpSpPr>
        <p:sp>
          <p:nvSpPr>
            <p:cNvPr id="22" name="直接连接符 14">
              <a:extLst>
                <a:ext uri="{FF2B5EF4-FFF2-40B4-BE49-F238E27FC236}">
                  <a16:creationId xmlns:a16="http://schemas.microsoft.com/office/drawing/2014/main" id="{7D82857E-E06F-8063-2C92-CE6DEFF71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3362" y="1897848"/>
              <a:ext cx="0" cy="2689917"/>
            </a:xfrm>
            <a:prstGeom prst="line">
              <a:avLst/>
            </a:prstGeom>
            <a:solidFill>
              <a:srgbClr val="414455"/>
            </a:solidFill>
            <a:ln w="38100" cap="flat" cmpd="sng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4B649F"/>
                </a:solidFill>
              </a:endParaRPr>
            </a:p>
          </p:txBody>
        </p:sp>
        <p:sp>
          <p:nvSpPr>
            <p:cNvPr id="23" name="椭圆 7">
              <a:extLst>
                <a:ext uri="{FF2B5EF4-FFF2-40B4-BE49-F238E27FC236}">
                  <a16:creationId xmlns:a16="http://schemas.microsoft.com/office/drawing/2014/main" id="{92688DAD-DAC9-3BB5-7EB0-D38554EF3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873" y="1880798"/>
              <a:ext cx="180975" cy="180044"/>
            </a:xfrm>
            <a:prstGeom prst="ellipse">
              <a:avLst/>
            </a:prstGeom>
            <a:solidFill>
              <a:srgbClr val="414455"/>
            </a:solidFill>
            <a:ln w="38100" cap="flat" cmpd="sng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solidFill>
                  <a:srgbClr val="4B649F"/>
                </a:solidFill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  <p:sp>
          <p:nvSpPr>
            <p:cNvPr id="24" name="椭圆 8">
              <a:extLst>
                <a:ext uri="{FF2B5EF4-FFF2-40B4-BE49-F238E27FC236}">
                  <a16:creationId xmlns:a16="http://schemas.microsoft.com/office/drawing/2014/main" id="{EF487694-6B6C-DD30-46F2-082D16E7F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873" y="2535034"/>
              <a:ext cx="180975" cy="180044"/>
            </a:xfrm>
            <a:prstGeom prst="ellipse">
              <a:avLst/>
            </a:prstGeom>
            <a:solidFill>
              <a:srgbClr val="414455"/>
            </a:solidFill>
            <a:ln w="38100" cap="flat" cmpd="sng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solidFill>
                  <a:srgbClr val="4B649F"/>
                </a:solidFill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  <p:sp>
          <p:nvSpPr>
            <p:cNvPr id="25" name="椭圆 9">
              <a:extLst>
                <a:ext uri="{FF2B5EF4-FFF2-40B4-BE49-F238E27FC236}">
                  <a16:creationId xmlns:a16="http://schemas.microsoft.com/office/drawing/2014/main" id="{FF194211-EC96-8281-F83C-8A3D86CF6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873" y="3189270"/>
              <a:ext cx="180975" cy="180044"/>
            </a:xfrm>
            <a:prstGeom prst="ellipse">
              <a:avLst/>
            </a:prstGeom>
            <a:solidFill>
              <a:srgbClr val="414455"/>
            </a:solidFill>
            <a:ln w="38100" cap="flat" cmpd="sng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solidFill>
                  <a:srgbClr val="4B649F"/>
                </a:solidFill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  <p:sp>
          <p:nvSpPr>
            <p:cNvPr id="26" name="椭圆 10">
              <a:extLst>
                <a:ext uri="{FF2B5EF4-FFF2-40B4-BE49-F238E27FC236}">
                  <a16:creationId xmlns:a16="http://schemas.microsoft.com/office/drawing/2014/main" id="{FB88E97C-97AC-461B-013A-D2BD6C25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873" y="3843507"/>
              <a:ext cx="180975" cy="180044"/>
            </a:xfrm>
            <a:prstGeom prst="ellipse">
              <a:avLst/>
            </a:prstGeom>
            <a:solidFill>
              <a:srgbClr val="414455"/>
            </a:solidFill>
            <a:ln w="38100" cap="flat" cmpd="sng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solidFill>
                  <a:srgbClr val="4B649F"/>
                </a:solidFill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  <p:sp>
          <p:nvSpPr>
            <p:cNvPr id="27" name="椭圆 11">
              <a:extLst>
                <a:ext uri="{FF2B5EF4-FFF2-40B4-BE49-F238E27FC236}">
                  <a16:creationId xmlns:a16="http://schemas.microsoft.com/office/drawing/2014/main" id="{9FF4D274-2338-5D3A-A885-D4DDC5E51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873" y="4497743"/>
              <a:ext cx="180975" cy="180044"/>
            </a:xfrm>
            <a:prstGeom prst="ellipse">
              <a:avLst/>
            </a:prstGeom>
            <a:solidFill>
              <a:srgbClr val="414455"/>
            </a:solidFill>
            <a:ln w="38100" cap="flat" cmpd="sng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solidFill>
                  <a:srgbClr val="4B649F"/>
                </a:solidFill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</p:grpSp>
      <p:sp>
        <p:nvSpPr>
          <p:cNvPr id="28" name="TextBox 64">
            <a:extLst>
              <a:ext uri="{FF2B5EF4-FFF2-40B4-BE49-F238E27FC236}">
                <a16:creationId xmlns:a16="http://schemas.microsoft.com/office/drawing/2014/main" id="{DC2068FA-CCAF-DA2B-B4F4-082FFB81E556}"/>
              </a:ext>
            </a:extLst>
          </p:cNvPr>
          <p:cNvSpPr txBox="1"/>
          <p:nvPr/>
        </p:nvSpPr>
        <p:spPr>
          <a:xfrm>
            <a:off x="6383238" y="252959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</a:p>
        </p:txBody>
      </p:sp>
      <p:sp>
        <p:nvSpPr>
          <p:cNvPr id="29" name="TextBox 65">
            <a:extLst>
              <a:ext uri="{FF2B5EF4-FFF2-40B4-BE49-F238E27FC236}">
                <a16:creationId xmlns:a16="http://schemas.microsoft.com/office/drawing/2014/main" id="{96AFA919-C896-55CD-30F6-C8C6B1C3601A}"/>
              </a:ext>
            </a:extLst>
          </p:cNvPr>
          <p:cNvSpPr txBox="1"/>
          <p:nvPr/>
        </p:nvSpPr>
        <p:spPr>
          <a:xfrm>
            <a:off x="6383238" y="318383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程序框架</a:t>
            </a:r>
          </a:p>
        </p:txBody>
      </p:sp>
      <p:sp>
        <p:nvSpPr>
          <p:cNvPr id="30" name="TextBox 66">
            <a:extLst>
              <a:ext uri="{FF2B5EF4-FFF2-40B4-BE49-F238E27FC236}">
                <a16:creationId xmlns:a16="http://schemas.microsoft.com/office/drawing/2014/main" id="{E79DFBF4-61A0-D2B5-C4D8-5FF26CBE187B}"/>
              </a:ext>
            </a:extLst>
          </p:cNvPr>
          <p:cNvSpPr txBox="1"/>
          <p:nvPr/>
        </p:nvSpPr>
        <p:spPr>
          <a:xfrm>
            <a:off x="6383238" y="38380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</p:txBody>
      </p:sp>
      <p:sp>
        <p:nvSpPr>
          <p:cNvPr id="31" name="TextBox 73">
            <a:extLst>
              <a:ext uri="{FF2B5EF4-FFF2-40B4-BE49-F238E27FC236}">
                <a16:creationId xmlns:a16="http://schemas.microsoft.com/office/drawing/2014/main" id="{913CABDA-ADFE-3318-85C3-96EFFEA31179}"/>
              </a:ext>
            </a:extLst>
          </p:cNvPr>
          <p:cNvSpPr txBox="1"/>
          <p:nvPr/>
        </p:nvSpPr>
        <p:spPr>
          <a:xfrm>
            <a:off x="6383238" y="44795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实验总结</a:t>
            </a:r>
          </a:p>
        </p:txBody>
      </p:sp>
    </p:spTree>
    <p:extLst>
      <p:ext uri="{BB962C8B-B14F-4D97-AF65-F5344CB8AC3E}">
        <p14:creationId xmlns:p14="http://schemas.microsoft.com/office/powerpoint/2010/main" val="132825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ntr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xit" presetSubtype="1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1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1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2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6" presetClass="emph" presetSubtype="0" fill="hold" grpId="1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44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5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6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7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6" presetClass="emph" presetSubtype="0" fill="hold" grpId="1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52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3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4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5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6" presetClass="emph" presetSubtype="0" fill="hold" grpId="1" nodeType="withEffect">
                                  <p:stCondLst>
                                    <p:cond delay="3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60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1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2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3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6" presetClass="emph" presetSubtype="0" fill="hold" grpId="1" nodeType="withEffect">
                                  <p:stCondLst>
                                    <p:cond delay="40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68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9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0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1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6" presetClass="emph" presetSubtype="0" fill="hold" grpId="1" nodeType="withEffect">
                                  <p:stCondLst>
                                    <p:cond delay="4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76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7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8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9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8" grpId="2"/>
      <p:bldP spid="20" grpId="0"/>
      <p:bldP spid="20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40000"/>
            <a:ext cx="5619750" cy="19653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" name="文本框 2"/>
          <p:cNvSpPr txBox="1"/>
          <p:nvPr/>
        </p:nvSpPr>
        <p:spPr>
          <a:xfrm>
            <a:off x="5854700" y="2866329"/>
            <a:ext cx="5708650" cy="131266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   </a:t>
            </a:r>
            <a:r>
              <a:rPr lang="zh-CN" altLang="en-US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实验要求</a:t>
            </a:r>
          </a:p>
        </p:txBody>
      </p:sp>
      <p:pic>
        <p:nvPicPr>
          <p:cNvPr id="717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78763" cy="221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13" descr="D:\高校PPT模板\4西安交通大学PPT模板\校徽校名\校徽白色亮.png校徽白色亮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4825" y="2680494"/>
            <a:ext cx="1787525" cy="1749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509588" y="2098675"/>
            <a:ext cx="5545138" cy="3009900"/>
          </a:xfrm>
          <a:prstGeom prst="rect">
            <a:avLst/>
          </a:prstGeom>
          <a:solidFill>
            <a:srgbClr val="4B649F"/>
          </a:solidFill>
          <a:ln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9" name="文本框 11"/>
          <p:cNvSpPr txBox="1"/>
          <p:nvPr/>
        </p:nvSpPr>
        <p:spPr>
          <a:xfrm>
            <a:off x="1738313" y="55245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实验要求</a:t>
            </a:r>
          </a:p>
        </p:txBody>
      </p:sp>
      <p:pic>
        <p:nvPicPr>
          <p:cNvPr id="4100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1" name="文本框 13"/>
          <p:cNvSpPr txBox="1"/>
          <p:nvPr/>
        </p:nvSpPr>
        <p:spPr>
          <a:xfrm>
            <a:off x="673100" y="2276475"/>
            <a:ext cx="5160963" cy="225940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基本要求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实现多项式运算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Z=(X+Y)×36÷16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。其中，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支持自由输入。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输入输出功能是程序正常运行的关键，需要保障其正常运作，同时支持小数及正负数值处理。</a:t>
            </a:r>
          </a:p>
        </p:txBody>
      </p:sp>
      <p:sp>
        <p:nvSpPr>
          <p:cNvPr id="4102" name="矩形 14"/>
          <p:cNvSpPr/>
          <p:nvPr/>
        </p:nvSpPr>
        <p:spPr>
          <a:xfrm>
            <a:off x="6481763" y="2276475"/>
            <a:ext cx="4762500" cy="2674899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提高要求</a:t>
            </a:r>
            <a:endParaRPr lang="en-US" altLang="zh-CN" sz="2400" dirty="0">
              <a:solidFill>
                <a:srgbClr val="4B64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扩展任意两数的</a:t>
            </a: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÷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四则运算功能。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实现带括号的四则混合运算，支持运算符优先级、一元负号识别。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rgbClr val="4B64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加入错误处理机制，包括但不限于除零、输入非法、溢出等常见错误情况。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054725" y="2098675"/>
            <a:ext cx="5545138" cy="3009900"/>
          </a:xfrm>
          <a:prstGeom prst="rect">
            <a:avLst/>
          </a:prstGeom>
          <a:noFill/>
          <a:ln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272838" y="2106613"/>
            <a:ext cx="338138" cy="338138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272838" y="4772025"/>
            <a:ext cx="338138" cy="3365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6" name="Picture 13" descr="D:\高校PPT模板\4西安交通大学PPT模板\校徽校名\校徽白色亮.png校徽白色亮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C43D-F394-3774-D3FD-0DB5F3EA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055091-21DA-EFC1-AC87-9C7018FBB582}"/>
              </a:ext>
            </a:extLst>
          </p:cNvPr>
          <p:cNvSpPr/>
          <p:nvPr/>
        </p:nvSpPr>
        <p:spPr>
          <a:xfrm>
            <a:off x="0" y="2540000"/>
            <a:ext cx="5619750" cy="19653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" name="文本框 2">
            <a:extLst>
              <a:ext uri="{FF2B5EF4-FFF2-40B4-BE49-F238E27FC236}">
                <a16:creationId xmlns:a16="http://schemas.microsoft.com/office/drawing/2014/main" id="{A40B9AC3-687A-5BD0-98C6-654947F31006}"/>
              </a:ext>
            </a:extLst>
          </p:cNvPr>
          <p:cNvSpPr txBox="1"/>
          <p:nvPr/>
        </p:nvSpPr>
        <p:spPr>
          <a:xfrm>
            <a:off x="5854700" y="2866329"/>
            <a:ext cx="5708650" cy="131266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   </a:t>
            </a:r>
            <a:r>
              <a:rPr lang="zh-CN" altLang="en-US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设计思路</a:t>
            </a:r>
          </a:p>
        </p:txBody>
      </p:sp>
      <p:pic>
        <p:nvPicPr>
          <p:cNvPr id="7172" name="图片 9">
            <a:extLst>
              <a:ext uri="{FF2B5EF4-FFF2-40B4-BE49-F238E27FC236}">
                <a16:creationId xmlns:a16="http://schemas.microsoft.com/office/drawing/2014/main" id="{D868CB5F-1276-89E9-25E8-0A5724698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10">
            <a:extLst>
              <a:ext uri="{FF2B5EF4-FFF2-40B4-BE49-F238E27FC236}">
                <a16:creationId xmlns:a16="http://schemas.microsoft.com/office/drawing/2014/main" id="{F5741F10-1615-BFF9-25B5-BADF6F96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78763" cy="221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15F24D3F-6320-DBCC-FE8A-EA19D875F3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4825" y="2680494"/>
            <a:ext cx="1787525" cy="1749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21085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67450" y="0"/>
            <a:ext cx="5924550" cy="685800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446A2B6-E6EB-5CF5-A2E3-AB965F96D0E2}"/>
              </a:ext>
            </a:extLst>
          </p:cNvPr>
          <p:cNvGrpSpPr/>
          <p:nvPr/>
        </p:nvGrpSpPr>
        <p:grpSpPr>
          <a:xfrm>
            <a:off x="7133908" y="1303338"/>
            <a:ext cx="4191635" cy="4484558"/>
            <a:chOff x="7133908" y="1303338"/>
            <a:chExt cx="4191635" cy="4484558"/>
          </a:xfrm>
        </p:grpSpPr>
        <p:sp>
          <p:nvSpPr>
            <p:cNvPr id="9219" name="文本框 5"/>
            <p:cNvSpPr txBox="1"/>
            <p:nvPr/>
          </p:nvSpPr>
          <p:spPr>
            <a:xfrm>
              <a:off x="7133908" y="1765300"/>
              <a:ext cx="4191635" cy="7285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占用</a:t>
              </a:r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r>
                <a:rPr lang="zh-CN" altLang="en-US" dirty="0">
                  <a:solidFill>
                    <a:schemeClr val="bg1"/>
                  </a:solidFill>
                </a:rPr>
                <a:t>字节</a:t>
              </a:r>
              <a:r>
                <a:rPr lang="en-US" altLang="zh-CN" dirty="0">
                  <a:solidFill>
                    <a:schemeClr val="bg1"/>
                  </a:solidFill>
                </a:rPr>
                <a:t>DB</a:t>
              </a:r>
              <a:r>
                <a:rPr lang="zh-CN" altLang="en-US" dirty="0">
                  <a:solidFill>
                    <a:schemeClr val="bg1"/>
                  </a:solidFill>
                </a:rPr>
                <a:t>，</a:t>
              </a:r>
              <a:r>
                <a:rPr lang="en-US" altLang="zh-CN" dirty="0">
                  <a:solidFill>
                    <a:schemeClr val="bg1"/>
                  </a:solidFill>
                </a:rPr>
                <a:t>0</a:t>
              </a:r>
              <a:r>
                <a:rPr lang="zh-CN" altLang="en-US" dirty="0">
                  <a:solidFill>
                    <a:schemeClr val="bg1"/>
                  </a:solidFill>
                </a:rPr>
                <a:t>表示正数，</a:t>
              </a:r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r>
                <a:rPr lang="zh-CN" altLang="en-US" dirty="0">
                  <a:solidFill>
                    <a:schemeClr val="bg1"/>
                  </a:solidFill>
                </a:rPr>
                <a:t>表示负数，方便对数据正负性的判断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20" name="文本框 6"/>
            <p:cNvSpPr txBox="1"/>
            <p:nvPr/>
          </p:nvSpPr>
          <p:spPr>
            <a:xfrm>
              <a:off x="8675727" y="1303338"/>
              <a:ext cx="110799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符号位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21" name="文本框 7"/>
            <p:cNvSpPr txBox="1"/>
            <p:nvPr/>
          </p:nvSpPr>
          <p:spPr>
            <a:xfrm>
              <a:off x="7133908" y="3379788"/>
              <a:ext cx="4191635" cy="10609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采用</a:t>
              </a:r>
              <a:r>
                <a:rPr lang="en-US" altLang="zh-CN" dirty="0">
                  <a:solidFill>
                    <a:schemeClr val="bg1"/>
                  </a:solidFill>
                </a:rPr>
                <a:t>4</a:t>
              </a:r>
              <a:r>
                <a:rPr lang="zh-CN" altLang="en-US" dirty="0">
                  <a:solidFill>
                    <a:schemeClr val="bg1"/>
                  </a:solidFill>
                </a:rPr>
                <a:t>字节无符号双字</a:t>
              </a:r>
              <a:r>
                <a:rPr lang="en-US" altLang="zh-CN" dirty="0">
                  <a:solidFill>
                    <a:schemeClr val="bg1"/>
                  </a:solidFill>
                </a:rPr>
                <a:t>DD</a:t>
              </a:r>
              <a:r>
                <a:rPr lang="zh-CN" altLang="en-US" dirty="0">
                  <a:solidFill>
                    <a:schemeClr val="bg1"/>
                  </a:solidFill>
                </a:rPr>
                <a:t>，可表示范围为</a:t>
              </a:r>
              <a:r>
                <a:rPr lang="en-US" altLang="zh-CN" dirty="0">
                  <a:solidFill>
                    <a:schemeClr val="bg1"/>
                  </a:solidFill>
                </a:rPr>
                <a:t>0~4294967295</a:t>
              </a:r>
              <a:r>
                <a:rPr lang="zh-CN" altLang="en-US" dirty="0">
                  <a:solidFill>
                    <a:schemeClr val="bg1"/>
                  </a:solidFill>
                </a:rPr>
                <a:t>，满足大部分整数的存储需求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22" name="文本框 8"/>
            <p:cNvSpPr txBox="1"/>
            <p:nvPr/>
          </p:nvSpPr>
          <p:spPr>
            <a:xfrm>
              <a:off x="8675727" y="2917825"/>
              <a:ext cx="110799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整数位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23" name="文本框 9"/>
            <p:cNvSpPr txBox="1"/>
            <p:nvPr/>
          </p:nvSpPr>
          <p:spPr>
            <a:xfrm>
              <a:off x="7133908" y="5059363"/>
              <a:ext cx="4191635" cy="7285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使用</a:t>
              </a:r>
              <a:r>
                <a:rPr lang="en-US" altLang="zh-CN" dirty="0">
                  <a:solidFill>
                    <a:schemeClr val="bg1"/>
                  </a:solidFill>
                </a:rPr>
                <a:t>8</a:t>
              </a:r>
              <a:r>
                <a:rPr lang="zh-CN" altLang="en-US" dirty="0">
                  <a:solidFill>
                    <a:schemeClr val="bg1"/>
                  </a:solidFill>
                </a:rPr>
                <a:t>字节</a:t>
              </a:r>
              <a:r>
                <a:rPr lang="en-US" altLang="zh-CN" dirty="0">
                  <a:solidFill>
                    <a:schemeClr val="bg1"/>
                  </a:solidFill>
                </a:rPr>
                <a:t>ASCII</a:t>
              </a:r>
              <a:r>
                <a:rPr lang="zh-CN" altLang="en-US" dirty="0">
                  <a:solidFill>
                    <a:schemeClr val="bg1"/>
                  </a:solidFill>
                </a:rPr>
                <a:t>字符串，能够保留</a:t>
              </a:r>
              <a:r>
                <a:rPr lang="en-US" altLang="zh-CN" dirty="0">
                  <a:solidFill>
                    <a:schemeClr val="bg1"/>
                  </a:solidFill>
                </a:rPr>
                <a:t>8</a:t>
              </a:r>
              <a:r>
                <a:rPr lang="zh-CN" altLang="en-US" dirty="0">
                  <a:solidFill>
                    <a:schemeClr val="bg1"/>
                  </a:solidFill>
                </a:rPr>
                <a:t>位小数，保证小数部分的精度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224" name="文本框 10"/>
            <p:cNvSpPr txBox="1"/>
            <p:nvPr/>
          </p:nvSpPr>
          <p:spPr>
            <a:xfrm>
              <a:off x="8675727" y="4598988"/>
              <a:ext cx="110799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小数位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任意多边形 10">
            <a:extLst>
              <a:ext uri="{FF2B5EF4-FFF2-40B4-BE49-F238E27FC236}">
                <a16:creationId xmlns:a16="http://schemas.microsoft.com/office/drawing/2014/main" id="{13FC6D11-CE19-F4B6-1589-51C918A0DF30}"/>
              </a:ext>
            </a:extLst>
          </p:cNvPr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5" name="组合 2">
            <a:extLst>
              <a:ext uri="{FF2B5EF4-FFF2-40B4-BE49-F238E27FC236}">
                <a16:creationId xmlns:a16="http://schemas.microsoft.com/office/drawing/2014/main" id="{64124982-878E-6A19-19B6-D372954298AE}"/>
              </a:ext>
            </a:extLst>
          </p:cNvPr>
          <p:cNvGrpSpPr/>
          <p:nvPr/>
        </p:nvGrpSpPr>
        <p:grpSpPr>
          <a:xfrm>
            <a:off x="475624" y="571425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26" name="Freeform 84">
              <a:extLst>
                <a:ext uri="{FF2B5EF4-FFF2-40B4-BE49-F238E27FC236}">
                  <a16:creationId xmlns:a16="http://schemas.microsoft.com/office/drawing/2014/main" id="{2A9907D0-A79A-D1AB-F0DA-132909111A40}"/>
                </a:ext>
              </a:extLst>
            </p:cNvPr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85">
              <a:extLst>
                <a:ext uri="{FF2B5EF4-FFF2-40B4-BE49-F238E27FC236}">
                  <a16:creationId xmlns:a16="http://schemas.microsoft.com/office/drawing/2014/main" id="{8553AD5E-E709-DCCE-B614-97B98B9F4163}"/>
                </a:ext>
              </a:extLst>
            </p:cNvPr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86">
              <a:extLst>
                <a:ext uri="{FF2B5EF4-FFF2-40B4-BE49-F238E27FC236}">
                  <a16:creationId xmlns:a16="http://schemas.microsoft.com/office/drawing/2014/main" id="{DAD450CC-76FB-B7B7-7E66-B5E35CD37934}"/>
                </a:ext>
              </a:extLst>
            </p:cNvPr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87">
              <a:extLst>
                <a:ext uri="{FF2B5EF4-FFF2-40B4-BE49-F238E27FC236}">
                  <a16:creationId xmlns:a16="http://schemas.microsoft.com/office/drawing/2014/main" id="{8FEADBEA-0B03-5812-184F-80414AA72C92}"/>
                </a:ext>
              </a:extLst>
            </p:cNvPr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88">
              <a:extLst>
                <a:ext uri="{FF2B5EF4-FFF2-40B4-BE49-F238E27FC236}">
                  <a16:creationId xmlns:a16="http://schemas.microsoft.com/office/drawing/2014/main" id="{ACC7D7F2-2255-BD6C-9F62-91A65F27E9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89">
              <a:extLst>
                <a:ext uri="{FF2B5EF4-FFF2-40B4-BE49-F238E27FC236}">
                  <a16:creationId xmlns:a16="http://schemas.microsoft.com/office/drawing/2014/main" id="{3FD8E38B-EEAF-221E-615F-6753FE5383B9}"/>
                </a:ext>
              </a:extLst>
            </p:cNvPr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90">
              <a:extLst>
                <a:ext uri="{FF2B5EF4-FFF2-40B4-BE49-F238E27FC236}">
                  <a16:creationId xmlns:a16="http://schemas.microsoft.com/office/drawing/2014/main" id="{2B60C0A0-CD89-9E59-EEC3-DDC24C401A7A}"/>
                </a:ext>
              </a:extLst>
            </p:cNvPr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3" name="文本框 11">
            <a:extLst>
              <a:ext uri="{FF2B5EF4-FFF2-40B4-BE49-F238E27FC236}">
                <a16:creationId xmlns:a16="http://schemas.microsoft.com/office/drawing/2014/main" id="{71E458B3-80E6-3C6D-9D86-121DA24E208F}"/>
              </a:ext>
            </a:extLst>
          </p:cNvPr>
          <p:cNvSpPr txBox="1"/>
          <p:nvPr/>
        </p:nvSpPr>
        <p:spPr>
          <a:xfrm>
            <a:off x="1738313" y="588963"/>
            <a:ext cx="295465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数据存储格式</a:t>
            </a:r>
          </a:p>
        </p:txBody>
      </p:sp>
      <p:pic>
        <p:nvPicPr>
          <p:cNvPr id="3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CCD67361-D826-8F4D-EBA5-05DCD7552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F6DC1D3-4CA7-AE32-6B93-D8CE0D4DD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65" y="2031142"/>
            <a:ext cx="554355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右箭头 21"/>
          <p:cNvSpPr/>
          <p:nvPr/>
        </p:nvSpPr>
        <p:spPr>
          <a:xfrm>
            <a:off x="1085850" y="1630363"/>
            <a:ext cx="10244138" cy="1162050"/>
          </a:xfrm>
          <a:prstGeom prst="rightArrow">
            <a:avLst>
              <a:gd name="adj1" fmla="val 50000"/>
              <a:gd name="adj2" fmla="val 8727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MH_Other_1"/>
              <p:cNvSpPr/>
              <p:nvPr>
                <p:custDataLst>
                  <p:tags r:id="rId1"/>
                </p:custDataLst>
              </p:nvPr>
            </p:nvSpPr>
            <p:spPr>
              <a:xfrm>
                <a:off x="3963988" y="1379538"/>
                <a:ext cx="1646238" cy="1649413"/>
              </a:xfrm>
              <a:prstGeom prst="ellipse">
                <a:avLst/>
              </a:prstGeom>
              <a:solidFill>
                <a:srgbClr val="7DB1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just" fontAlgn="auto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0" i="1" noProof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</m:oMath>
                  </m:oMathPara>
                </a14:m>
                <a:endParaRPr lang="zh-CN" altLang="en-US" sz="8000" i="1" noProof="1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MH_Other_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"/>
                </p:custDataLst>
              </p:nvPr>
            </p:nvSpPr>
            <p:spPr>
              <a:xfrm>
                <a:off x="3963988" y="1379538"/>
                <a:ext cx="1646238" cy="164941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MH_Other_3"/>
              <p:cNvSpPr/>
              <p:nvPr>
                <p:custDataLst>
                  <p:tags r:id="rId2"/>
                </p:custDataLst>
              </p:nvPr>
            </p:nvSpPr>
            <p:spPr>
              <a:xfrm>
                <a:off x="1728788" y="1379538"/>
                <a:ext cx="1649413" cy="1649413"/>
              </a:xfrm>
              <a:prstGeom prst="ellipse">
                <a:avLst/>
              </a:prstGeom>
              <a:solidFill>
                <a:srgbClr val="4B649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80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</m:oMath>
                  </m:oMathPara>
                </a14:m>
                <a:endParaRPr kumimoji="0" lang="zh-CN" altLang="en-US" sz="8000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7" name="MH_Other_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728788" y="1379538"/>
                <a:ext cx="1649413" cy="164941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MH_Other_6"/>
              <p:cNvSpPr/>
              <p:nvPr>
                <p:custDataLst>
                  <p:tags r:id="rId3"/>
                </p:custDataLst>
              </p:nvPr>
            </p:nvSpPr>
            <p:spPr>
              <a:xfrm>
                <a:off x="6208713" y="1379538"/>
                <a:ext cx="1646238" cy="1649413"/>
              </a:xfrm>
              <a:prstGeom prst="ellipse">
                <a:avLst/>
              </a:prstGeom>
              <a:solidFill>
                <a:srgbClr val="5E80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80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</m:oMath>
                  </m:oMathPara>
                </a14:m>
                <a:endParaRPr kumimoji="0" lang="zh-CN" altLang="en-US" sz="8000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8" name="MH_Other_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6208713" y="1379538"/>
                <a:ext cx="1646238" cy="164941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MH_Other_8"/>
              <p:cNvSpPr/>
              <p:nvPr>
                <p:custDataLst>
                  <p:tags r:id="rId4"/>
                </p:custDataLst>
              </p:nvPr>
            </p:nvSpPr>
            <p:spPr>
              <a:xfrm>
                <a:off x="8453438" y="1379538"/>
                <a:ext cx="1647825" cy="16494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80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÷</m:t>
                      </m:r>
                    </m:oMath>
                  </m:oMathPara>
                </a14:m>
                <a:endParaRPr kumimoji="0" lang="zh-CN" altLang="en-US" sz="8000" b="0" i="0" u="none" strike="noStrike" kern="1200" cap="none" spc="0" normalizeH="0" baseline="0" noProof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9" name="MH_Other_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8453438" y="1379538"/>
                <a:ext cx="1647825" cy="164941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0" name="文本框 13"/>
          <p:cNvSpPr txBox="1"/>
          <p:nvPr/>
        </p:nvSpPr>
        <p:spPr>
          <a:xfrm>
            <a:off x="1266825" y="3679825"/>
            <a:ext cx="2286000" cy="189507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同号时直接取绝对值相加，符号不变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异号时比较绝对值大小，大减小，符号与绝对值较大数相同</a:t>
            </a:r>
          </a:p>
        </p:txBody>
      </p:sp>
      <p:sp>
        <p:nvSpPr>
          <p:cNvPr id="10251" name="矩形 14"/>
          <p:cNvSpPr/>
          <p:nvPr/>
        </p:nvSpPr>
        <p:spPr>
          <a:xfrm>
            <a:off x="1704353" y="3279775"/>
            <a:ext cx="1409360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</a:t>
            </a:r>
            <a:r>
              <a:rPr lang="en-US" altLang="zh-CN" sz="2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z=</a:t>
            </a:r>
            <a:r>
              <a:rPr lang="en-US" altLang="zh-CN" sz="2000" b="1" dirty="0" err="1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x+y</a:t>
            </a:r>
            <a:endParaRPr lang="zh-CN" altLang="en-US" sz="2000" dirty="0">
              <a:solidFill>
                <a:srgbClr val="4B649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52" name="文本框 15"/>
          <p:cNvSpPr txBox="1"/>
          <p:nvPr/>
        </p:nvSpPr>
        <p:spPr>
          <a:xfrm>
            <a:off x="3668713" y="3679825"/>
            <a:ext cx="2286000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将减法转换为加法进行运算，取反</a:t>
            </a:r>
            <a:r>
              <a:rPr lang="en-US" altLang="zh-CN" sz="1600" dirty="0">
                <a:sym typeface="Arial" panose="020B0604020202020204" pitchFamily="34" charset="0"/>
              </a:rPr>
              <a:t>y</a:t>
            </a:r>
            <a:r>
              <a:rPr lang="zh-CN" altLang="en-US" sz="1600" dirty="0">
                <a:sym typeface="Arial" panose="020B0604020202020204" pitchFamily="34" charset="0"/>
              </a:rPr>
              <a:t>的符号后调用加法程序</a:t>
            </a:r>
          </a:p>
        </p:txBody>
      </p:sp>
      <p:sp>
        <p:nvSpPr>
          <p:cNvPr id="10253" name="矩形 16"/>
          <p:cNvSpPr/>
          <p:nvPr/>
        </p:nvSpPr>
        <p:spPr>
          <a:xfrm>
            <a:off x="4138301" y="3279775"/>
            <a:ext cx="1345240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7DB1CD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减法</a:t>
            </a:r>
            <a:r>
              <a:rPr lang="en-US" altLang="zh-CN" sz="2000" b="1" dirty="0">
                <a:solidFill>
                  <a:srgbClr val="7DB1CD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z=x-y</a:t>
            </a:r>
            <a:endParaRPr lang="zh-CN" altLang="en-US" sz="2000" dirty="0">
              <a:solidFill>
                <a:srgbClr val="7DB1CD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54" name="文本框 17"/>
          <p:cNvSpPr txBox="1"/>
          <p:nvPr/>
        </p:nvSpPr>
        <p:spPr>
          <a:xfrm>
            <a:off x="5954713" y="3679825"/>
            <a:ext cx="2286000" cy="226440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同号时结果为正，异号时结果为负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采用放大法，将</a:t>
            </a:r>
            <a:r>
              <a:rPr lang="en-US" altLang="zh-CN" sz="1600" dirty="0">
                <a:sym typeface="Arial" panose="020B0604020202020204" pitchFamily="34" charset="0"/>
              </a:rPr>
              <a:t>x</a:t>
            </a:r>
            <a:r>
              <a:rPr lang="zh-CN" altLang="en-US" sz="1600" dirty="0">
                <a:sym typeface="Arial" panose="020B0604020202020204" pitchFamily="34" charset="0"/>
              </a:rPr>
              <a:t>、</a:t>
            </a:r>
            <a:r>
              <a:rPr lang="en-US" altLang="zh-CN" sz="1600" dirty="0">
                <a:sym typeface="Arial" panose="020B0604020202020204" pitchFamily="34" charset="0"/>
              </a:rPr>
              <a:t>y</a:t>
            </a:r>
            <a:r>
              <a:rPr lang="zh-CN" altLang="en-US" sz="1600" dirty="0">
                <a:sym typeface="Arial" panose="020B0604020202020204" pitchFamily="34" charset="0"/>
              </a:rPr>
              <a:t>转换为</a:t>
            </a:r>
            <a:r>
              <a:rPr lang="en-US" altLang="zh-CN" sz="1600" dirty="0">
                <a:sym typeface="Arial" panose="020B0604020202020204" pitchFamily="34" charset="0"/>
              </a:rPr>
              <a:t>64</a:t>
            </a:r>
            <a:r>
              <a:rPr lang="zh-CN" altLang="en-US" sz="1600" dirty="0">
                <a:sym typeface="Arial" panose="020B0604020202020204" pitchFamily="34" charset="0"/>
              </a:rPr>
              <a:t>位整数，进行</a:t>
            </a:r>
            <a:r>
              <a:rPr lang="en-US" altLang="zh-CN" sz="1600" dirty="0">
                <a:sym typeface="Arial" panose="020B0604020202020204" pitchFamily="34" charset="0"/>
              </a:rPr>
              <a:t>128</a:t>
            </a:r>
            <a:r>
              <a:rPr lang="zh-CN" altLang="en-US" sz="1600" dirty="0">
                <a:sym typeface="Arial" panose="020B0604020202020204" pitchFamily="34" charset="0"/>
              </a:rPr>
              <a:t>位乘法，最后除以两次</a:t>
            </a:r>
            <a:r>
              <a:rPr lang="en-US" altLang="zh-CN" sz="1600" dirty="0">
                <a:sym typeface="Arial" panose="020B0604020202020204" pitchFamily="34" charset="0"/>
              </a:rPr>
              <a:t>1e8</a:t>
            </a:r>
            <a:r>
              <a:rPr lang="zh-CN" altLang="en-US" sz="1600" dirty="0">
                <a:sym typeface="Arial" panose="020B0604020202020204" pitchFamily="34" charset="0"/>
              </a:rPr>
              <a:t>得到最终结果</a:t>
            </a:r>
          </a:p>
        </p:txBody>
      </p:sp>
      <p:sp>
        <p:nvSpPr>
          <p:cNvPr id="10255" name="矩形 18"/>
          <p:cNvSpPr/>
          <p:nvPr/>
        </p:nvSpPr>
        <p:spPr>
          <a:xfrm>
            <a:off x="6417087" y="3279775"/>
            <a:ext cx="1359668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5E80B0"/>
                </a:solidFill>
                <a:sym typeface="Arial" panose="020B0604020202020204" pitchFamily="34" charset="0"/>
              </a:rPr>
              <a:t>乘法</a:t>
            </a:r>
            <a:r>
              <a:rPr lang="en-US" altLang="zh-CN" sz="2000" b="1" dirty="0">
                <a:solidFill>
                  <a:srgbClr val="5E80B0"/>
                </a:solidFill>
                <a:sym typeface="Arial" panose="020B0604020202020204" pitchFamily="34" charset="0"/>
              </a:rPr>
              <a:t>z=x*y</a:t>
            </a:r>
            <a:endParaRPr lang="zh-CN" altLang="en-US" sz="2000" dirty="0">
              <a:solidFill>
                <a:srgbClr val="5E80B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56" name="文本框 19"/>
          <p:cNvSpPr txBox="1"/>
          <p:nvPr/>
        </p:nvSpPr>
        <p:spPr>
          <a:xfrm>
            <a:off x="8264525" y="3679825"/>
            <a:ext cx="2286000" cy="300306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同号时结果为正，异号时结果为负</a:t>
            </a:r>
            <a:endParaRPr lang="en-US" altLang="zh-CN" sz="1600" dirty="0"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先采用放大法，将</a:t>
            </a:r>
            <a:r>
              <a:rPr lang="en-US" altLang="zh-CN" sz="1600" dirty="0">
                <a:sym typeface="Arial" panose="020B0604020202020204" pitchFamily="34" charset="0"/>
              </a:rPr>
              <a:t>x</a:t>
            </a:r>
            <a:r>
              <a:rPr lang="zh-CN" altLang="en-US" sz="1600" dirty="0">
                <a:sym typeface="Arial" panose="020B0604020202020204" pitchFamily="34" charset="0"/>
              </a:rPr>
              <a:t>转换为</a:t>
            </a:r>
            <a:r>
              <a:rPr lang="en-US" altLang="zh-CN" sz="1600" dirty="0">
                <a:sym typeface="Arial" panose="020B0604020202020204" pitchFamily="34" charset="0"/>
              </a:rPr>
              <a:t>128</a:t>
            </a:r>
            <a:r>
              <a:rPr lang="zh-CN" altLang="en-US" sz="1600" dirty="0">
                <a:sym typeface="Arial" panose="020B0604020202020204" pitchFamily="34" charset="0"/>
              </a:rPr>
              <a:t>位整数、</a:t>
            </a:r>
            <a:r>
              <a:rPr lang="en-US" altLang="zh-CN" sz="1600" dirty="0">
                <a:sym typeface="Arial" panose="020B0604020202020204" pitchFamily="34" charset="0"/>
              </a:rPr>
              <a:t>y</a:t>
            </a:r>
            <a:r>
              <a:rPr lang="zh-CN" altLang="en-US" sz="1600" dirty="0">
                <a:sym typeface="Arial" panose="020B0604020202020204" pitchFamily="34" charset="0"/>
              </a:rPr>
              <a:t>转换为</a:t>
            </a:r>
            <a:r>
              <a:rPr lang="en-US" altLang="zh-CN" sz="1600" dirty="0">
                <a:sym typeface="Arial" panose="020B0604020202020204" pitchFamily="34" charset="0"/>
              </a:rPr>
              <a:t>64</a:t>
            </a:r>
            <a:r>
              <a:rPr lang="zh-CN" altLang="en-US" sz="1600" dirty="0">
                <a:sym typeface="Arial" panose="020B0604020202020204" pitchFamily="34" charset="0"/>
              </a:rPr>
              <a:t>位整数，再使用移位相减法实现</a:t>
            </a:r>
            <a:r>
              <a:rPr lang="en-US" altLang="zh-CN" sz="1600" dirty="0">
                <a:sym typeface="Arial" panose="020B0604020202020204" pitchFamily="34" charset="0"/>
              </a:rPr>
              <a:t>128</a:t>
            </a:r>
            <a:r>
              <a:rPr lang="zh-CN" altLang="en-US" sz="1600" dirty="0">
                <a:sym typeface="Arial" panose="020B0604020202020204" pitchFamily="34" charset="0"/>
              </a:rPr>
              <a:t>位除以</a:t>
            </a:r>
            <a:r>
              <a:rPr lang="en-US" altLang="zh-CN" sz="1600" dirty="0">
                <a:sym typeface="Arial" panose="020B0604020202020204" pitchFamily="34" charset="0"/>
              </a:rPr>
              <a:t>64</a:t>
            </a:r>
            <a:r>
              <a:rPr lang="zh-CN" altLang="en-US" sz="1600" dirty="0">
                <a:sym typeface="Arial" panose="020B0604020202020204" pitchFamily="34" charset="0"/>
              </a:rPr>
              <a:t>位的除法，最后除以</a:t>
            </a:r>
            <a:r>
              <a:rPr lang="en-US" altLang="zh-CN" sz="1600" dirty="0">
                <a:sym typeface="Arial" panose="020B0604020202020204" pitchFamily="34" charset="0"/>
              </a:rPr>
              <a:t>1e8</a:t>
            </a:r>
            <a:r>
              <a:rPr lang="zh-CN" altLang="en-US" sz="1600" dirty="0">
                <a:sym typeface="Arial" panose="020B0604020202020204" pitchFamily="34" charset="0"/>
              </a:rPr>
              <a:t>得到最终结果</a:t>
            </a:r>
          </a:p>
        </p:txBody>
      </p:sp>
      <p:sp>
        <p:nvSpPr>
          <p:cNvPr id="10257" name="矩形 20"/>
          <p:cNvSpPr/>
          <p:nvPr/>
        </p:nvSpPr>
        <p:spPr>
          <a:xfrm>
            <a:off x="8742913" y="3279775"/>
            <a:ext cx="1330814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4E67C8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除法</a:t>
            </a:r>
            <a:r>
              <a:rPr lang="en-US" altLang="zh-CN" sz="2000" b="1" dirty="0">
                <a:solidFill>
                  <a:srgbClr val="4E67C8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rPr>
              <a:t>z=x/y</a:t>
            </a:r>
            <a:endParaRPr lang="en-US" altLang="en-US" sz="2000" dirty="0">
              <a:solidFill>
                <a:srgbClr val="4E67C8"/>
              </a:solidFill>
              <a:latin typeface="Arial" panose="020B0604020202020204" pitchFamily="34" charset="0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10258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0600" y="0"/>
            <a:ext cx="3581400" cy="100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87BB98D5-D816-2384-A838-D8DA25D320AD}"/>
              </a:ext>
            </a:extLst>
          </p:cNvPr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1050ED4-1CAD-EAA3-7314-9F98BD29F66F}"/>
              </a:ext>
            </a:extLst>
          </p:cNvPr>
          <p:cNvGrpSpPr/>
          <p:nvPr/>
        </p:nvGrpSpPr>
        <p:grpSpPr>
          <a:xfrm>
            <a:off x="475624" y="571425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4" name="Freeform 84">
              <a:extLst>
                <a:ext uri="{FF2B5EF4-FFF2-40B4-BE49-F238E27FC236}">
                  <a16:creationId xmlns:a16="http://schemas.microsoft.com/office/drawing/2014/main" id="{7E7DB12A-710A-1E32-7A05-13ACF2C1FB02}"/>
                </a:ext>
              </a:extLst>
            </p:cNvPr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Freeform 85">
              <a:extLst>
                <a:ext uri="{FF2B5EF4-FFF2-40B4-BE49-F238E27FC236}">
                  <a16:creationId xmlns:a16="http://schemas.microsoft.com/office/drawing/2014/main" id="{DF8210B3-70E6-715F-2B27-F21C89487504}"/>
                </a:ext>
              </a:extLst>
            </p:cNvPr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86">
              <a:extLst>
                <a:ext uri="{FF2B5EF4-FFF2-40B4-BE49-F238E27FC236}">
                  <a16:creationId xmlns:a16="http://schemas.microsoft.com/office/drawing/2014/main" id="{F8CE4168-E319-8F45-BBED-64B0A450EE91}"/>
                </a:ext>
              </a:extLst>
            </p:cNvPr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01B7231A-6D65-1E09-FFAD-9B28D8AEE7BA}"/>
                </a:ext>
              </a:extLst>
            </p:cNvPr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26DBE255-D7F0-C695-5287-4CC29D3103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60825797-AC40-D99D-7228-FA0491B0F198}"/>
                </a:ext>
              </a:extLst>
            </p:cNvPr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90">
              <a:extLst>
                <a:ext uri="{FF2B5EF4-FFF2-40B4-BE49-F238E27FC236}">
                  <a16:creationId xmlns:a16="http://schemas.microsoft.com/office/drawing/2014/main" id="{53246B1F-4436-E1EB-1DA2-2DDA7D1F0097}"/>
                </a:ext>
              </a:extLst>
            </p:cNvPr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9" name="文本框 11">
            <a:extLst>
              <a:ext uri="{FF2B5EF4-FFF2-40B4-BE49-F238E27FC236}">
                <a16:creationId xmlns:a16="http://schemas.microsoft.com/office/drawing/2014/main" id="{94E880AF-556A-676D-02BD-99523B477571}"/>
              </a:ext>
            </a:extLst>
          </p:cNvPr>
          <p:cNvSpPr txBox="1"/>
          <p:nvPr/>
        </p:nvSpPr>
        <p:spPr>
          <a:xfrm>
            <a:off x="1738313" y="588963"/>
            <a:ext cx="295465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核心运算算法</a:t>
            </a:r>
          </a:p>
        </p:txBody>
      </p:sp>
      <p:pic>
        <p:nvPicPr>
          <p:cNvPr id="20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C5B8DB18-0E42-19AF-816D-5040635B7D7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2"/>
          <p:cNvGrpSpPr/>
          <p:nvPr/>
        </p:nvGrpSpPr>
        <p:grpSpPr>
          <a:xfrm>
            <a:off x="475624" y="571425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4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6147" name="文本框 11"/>
          <p:cNvSpPr txBox="1"/>
          <p:nvPr/>
        </p:nvSpPr>
        <p:spPr>
          <a:xfrm>
            <a:off x="1738313" y="588963"/>
            <a:ext cx="295465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混合运算系统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148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EF0A1214-E2C3-731F-030E-44D1D4E1FE51}"/>
              </a:ext>
            </a:extLst>
          </p:cNvPr>
          <p:cNvGrpSpPr/>
          <p:nvPr/>
        </p:nvGrpSpPr>
        <p:grpSpPr>
          <a:xfrm>
            <a:off x="311933" y="2005439"/>
            <a:ext cx="2340000" cy="4172983"/>
            <a:chOff x="1054100" y="2025650"/>
            <a:chExt cx="2340000" cy="4172983"/>
          </a:xfrm>
        </p:grpSpPr>
        <p:grpSp>
          <p:nvGrpSpPr>
            <p:cNvPr id="6161" name="组合 34"/>
            <p:cNvGrpSpPr/>
            <p:nvPr/>
          </p:nvGrpSpPr>
          <p:grpSpPr>
            <a:xfrm>
              <a:off x="1585132" y="2025650"/>
              <a:ext cx="1277937" cy="1277938"/>
              <a:chOff x="1131485" y="2234042"/>
              <a:chExt cx="1607262" cy="1607262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131485" y="2234042"/>
                <a:ext cx="1607262" cy="1607262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241297" y="2343856"/>
                <a:ext cx="1387637" cy="138763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64" name="KSO_Shape"/>
              <p:cNvSpPr/>
              <p:nvPr/>
            </p:nvSpPr>
            <p:spPr>
              <a:xfrm>
                <a:off x="1480150" y="2597150"/>
                <a:ext cx="909932" cy="881046"/>
              </a:xfrm>
              <a:custGeom>
                <a:avLst/>
                <a:gdLst/>
                <a:ahLst/>
                <a:cxnLst>
                  <a:cxn ang="0">
                    <a:pos x="85166" y="37181"/>
                  </a:cxn>
                  <a:cxn ang="0">
                    <a:pos x="87604" y="37181"/>
                  </a:cxn>
                  <a:cxn ang="0">
                    <a:pos x="91627" y="44813"/>
                  </a:cxn>
                  <a:cxn ang="0">
                    <a:pos x="71741" y="74799"/>
                  </a:cxn>
                  <a:cxn ang="0">
                    <a:pos x="67060" y="77123"/>
                  </a:cxn>
                  <a:cxn ang="0">
                    <a:pos x="55376" y="77123"/>
                  </a:cxn>
                  <a:cxn ang="0">
                    <a:pos x="55376" y="86576"/>
                  </a:cxn>
                  <a:cxn ang="0">
                    <a:pos x="53828" y="89133"/>
                  </a:cxn>
                  <a:cxn ang="0">
                    <a:pos x="52397" y="89482"/>
                  </a:cxn>
                  <a:cxn ang="0">
                    <a:pos x="50579" y="88939"/>
                  </a:cxn>
                  <a:cxn ang="0">
                    <a:pos x="41487" y="82779"/>
                  </a:cxn>
                  <a:cxn ang="0">
                    <a:pos x="32588" y="88939"/>
                  </a:cxn>
                  <a:cxn ang="0">
                    <a:pos x="29339" y="89133"/>
                  </a:cxn>
                  <a:cxn ang="0">
                    <a:pos x="27675" y="86576"/>
                  </a:cxn>
                  <a:cxn ang="0">
                    <a:pos x="27675" y="62944"/>
                  </a:cxn>
                  <a:cxn ang="0">
                    <a:pos x="32666" y="52948"/>
                  </a:cxn>
                  <a:cxn ang="0">
                    <a:pos x="34252" y="52522"/>
                  </a:cxn>
                  <a:cxn ang="0">
                    <a:pos x="58626" y="52522"/>
                  </a:cxn>
                  <a:cxn ang="0">
                    <a:pos x="55299" y="64803"/>
                  </a:cxn>
                  <a:cxn ang="0">
                    <a:pos x="64158" y="64803"/>
                  </a:cxn>
                  <a:cxn ang="0">
                    <a:pos x="85166" y="37181"/>
                  </a:cxn>
                  <a:cxn ang="0">
                    <a:pos x="62943" y="1"/>
                  </a:cxn>
                  <a:cxn ang="0">
                    <a:pos x="84463" y="1420"/>
                  </a:cxn>
                  <a:cxn ang="0">
                    <a:pos x="88370" y="9128"/>
                  </a:cxn>
                  <a:cxn ang="0">
                    <a:pos x="63960" y="41009"/>
                  </a:cxn>
                  <a:cxn ang="0">
                    <a:pos x="59550" y="43101"/>
                  </a:cxn>
                  <a:cxn ang="0">
                    <a:pos x="22760" y="43101"/>
                  </a:cxn>
                  <a:cxn ang="0">
                    <a:pos x="11851" y="56504"/>
                  </a:cxn>
                  <a:cxn ang="0">
                    <a:pos x="18543" y="64213"/>
                  </a:cxn>
                  <a:cxn ang="0">
                    <a:pos x="21483" y="64794"/>
                  </a:cxn>
                  <a:cxn ang="0">
                    <a:pos x="21483" y="77113"/>
                  </a:cxn>
                  <a:cxn ang="0">
                    <a:pos x="554" y="59022"/>
                  </a:cxn>
                  <a:cxn ang="0">
                    <a:pos x="670" y="48796"/>
                  </a:cxn>
                  <a:cxn ang="0">
                    <a:pos x="27982" y="6920"/>
                  </a:cxn>
                  <a:cxn ang="0">
                    <a:pos x="36222" y="2349"/>
                  </a:cxn>
                  <a:cxn ang="0">
                    <a:pos x="62943" y="1"/>
                  </a:cxn>
                </a:cxnLst>
                <a:rect l="0" t="0" r="0" b="0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69" name="文本框 39"/>
            <p:cNvSpPr txBox="1"/>
            <p:nvPr/>
          </p:nvSpPr>
          <p:spPr>
            <a:xfrm>
              <a:off x="1516214" y="341630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4B649F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整体流程</a:t>
              </a:r>
            </a:p>
          </p:txBody>
        </p:sp>
        <p:sp>
          <p:nvSpPr>
            <p:cNvPr id="6174" name="文本框 44"/>
            <p:cNvSpPr txBox="1"/>
            <p:nvPr/>
          </p:nvSpPr>
          <p:spPr>
            <a:xfrm>
              <a:off x="1054100" y="3852863"/>
              <a:ext cx="2340000" cy="23457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1. 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初始化双栈</a:t>
              </a:r>
              <a:endParaRPr lang="en-US" altLang="zh-CN" sz="20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2. 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逐字符扫描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3. 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弹出剩余运算符并计算，弹出并显示结果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14FDBA8-E6AE-666A-1615-BCB511B1524C}"/>
              </a:ext>
            </a:extLst>
          </p:cNvPr>
          <p:cNvGrpSpPr/>
          <p:nvPr/>
        </p:nvGrpSpPr>
        <p:grpSpPr>
          <a:xfrm>
            <a:off x="2618966" y="2025650"/>
            <a:ext cx="2340000" cy="4634648"/>
            <a:chOff x="3074988" y="2025650"/>
            <a:chExt cx="2340000" cy="4634648"/>
          </a:xfrm>
        </p:grpSpPr>
        <p:grpSp>
          <p:nvGrpSpPr>
            <p:cNvPr id="6165" name="组合 35"/>
            <p:cNvGrpSpPr/>
            <p:nvPr/>
          </p:nvGrpSpPr>
          <p:grpSpPr>
            <a:xfrm>
              <a:off x="3606019" y="2025650"/>
              <a:ext cx="1277938" cy="1277938"/>
              <a:chOff x="3209823" y="2234042"/>
              <a:chExt cx="1607262" cy="1607262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209823" y="2234042"/>
                <a:ext cx="1607262" cy="1607262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3319637" y="2343856"/>
                <a:ext cx="1387635" cy="138763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KSO_Shape"/>
              <p:cNvSpPr/>
              <p:nvPr/>
            </p:nvSpPr>
            <p:spPr bwMode="auto">
              <a:xfrm>
                <a:off x="3551242" y="2597423"/>
                <a:ext cx="924424" cy="880500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170" name="文本框 40"/>
            <p:cNvSpPr txBox="1"/>
            <p:nvPr/>
          </p:nvSpPr>
          <p:spPr>
            <a:xfrm>
              <a:off x="3509049" y="3416300"/>
              <a:ext cx="147187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4B649F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数字解析</a:t>
              </a:r>
            </a:p>
          </p:txBody>
        </p:sp>
        <p:sp>
          <p:nvSpPr>
            <p:cNvPr id="6175" name="文本框 45"/>
            <p:cNvSpPr txBox="1"/>
            <p:nvPr/>
          </p:nvSpPr>
          <p:spPr>
            <a:xfrm>
              <a:off x="3074988" y="3852863"/>
              <a:ext cx="2340000" cy="280743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1. 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先初始化</a:t>
              </a: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TEMP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2. 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整数部分逐字符读取直至小数点</a:t>
              </a:r>
              <a:endParaRPr lang="en-US" altLang="zh-CN" sz="20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404040"/>
                  </a:solidFill>
                </a:rPr>
                <a:t>3. 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小数部分遇到小数点后继续读取至多八位数字</a:t>
              </a:r>
              <a:endParaRPr lang="en-US" altLang="zh-CN" sz="20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4B2385C-5402-3042-65E4-833BC0BD4ABD}"/>
              </a:ext>
            </a:extLst>
          </p:cNvPr>
          <p:cNvGrpSpPr/>
          <p:nvPr/>
        </p:nvGrpSpPr>
        <p:grpSpPr>
          <a:xfrm>
            <a:off x="4925999" y="2025650"/>
            <a:ext cx="2340000" cy="5096313"/>
            <a:chOff x="5165725" y="2025650"/>
            <a:chExt cx="2340000" cy="5096313"/>
          </a:xfrm>
        </p:grpSpPr>
        <p:grpSp>
          <p:nvGrpSpPr>
            <p:cNvPr id="6153" name="组合 36"/>
            <p:cNvGrpSpPr/>
            <p:nvPr/>
          </p:nvGrpSpPr>
          <p:grpSpPr>
            <a:xfrm>
              <a:off x="5696757" y="2025650"/>
              <a:ext cx="1277937" cy="1277938"/>
              <a:chOff x="5288161" y="2234042"/>
              <a:chExt cx="1607262" cy="1607262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5288161" y="2234042"/>
                <a:ext cx="1607262" cy="1607262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397973" y="2335869"/>
                <a:ext cx="1387637" cy="138763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56" name="KSO_Shape"/>
              <p:cNvSpPr/>
              <p:nvPr/>
            </p:nvSpPr>
            <p:spPr>
              <a:xfrm>
                <a:off x="5547153" y="2697761"/>
                <a:ext cx="1089278" cy="662788"/>
              </a:xfrm>
              <a:custGeom>
                <a:avLst/>
                <a:gdLst/>
                <a:ahLst/>
                <a:cxnLst>
                  <a:cxn ang="0">
                    <a:pos x="233884430" y="98811100"/>
                  </a:cxn>
                  <a:cxn ang="0">
                    <a:pos x="155641536" y="65259671"/>
                  </a:cxn>
                  <a:cxn ang="0">
                    <a:pos x="67570151" y="98811100"/>
                  </a:cxn>
                  <a:cxn ang="0">
                    <a:pos x="42999193" y="88599681"/>
                  </a:cxn>
                  <a:cxn ang="0">
                    <a:pos x="42999193" y="118696118"/>
                  </a:cxn>
                  <a:cxn ang="0">
                    <a:pos x="49679229" y="127909200"/>
                  </a:cxn>
                  <a:cxn ang="0">
                    <a:pos x="42845680" y="137122282"/>
                  </a:cxn>
                  <a:cxn ang="0">
                    <a:pos x="50140045" y="169521885"/>
                  </a:cxn>
                  <a:cxn ang="0">
                    <a:pos x="28640448" y="169521885"/>
                  </a:cxn>
                  <a:cxn ang="0">
                    <a:pos x="36011846" y="136968776"/>
                  </a:cxn>
                  <a:cxn ang="0">
                    <a:pos x="30022620" y="127909200"/>
                  </a:cxn>
                  <a:cxn ang="0">
                    <a:pos x="35781300" y="118926376"/>
                  </a:cxn>
                  <a:cxn ang="0">
                    <a:pos x="35781300" y="85605498"/>
                  </a:cxn>
                  <a:cxn ang="0">
                    <a:pos x="0" y="70634015"/>
                  </a:cxn>
                  <a:cxn ang="0">
                    <a:pos x="157407490" y="0"/>
                  </a:cxn>
                  <a:cxn ang="0">
                    <a:pos x="301838415" y="71555323"/>
                  </a:cxn>
                  <a:cxn ang="0">
                    <a:pos x="233884430" y="98811100"/>
                  </a:cxn>
                  <a:cxn ang="0">
                    <a:pos x="153875304" y="82304028"/>
                  </a:cxn>
                  <a:cxn ang="0">
                    <a:pos x="224900590" y="106411824"/>
                  </a:cxn>
                  <a:cxn ang="0">
                    <a:pos x="224900590" y="164838592"/>
                  </a:cxn>
                  <a:cxn ang="0">
                    <a:pos x="150266639" y="183648796"/>
                  </a:cxn>
                  <a:cxn ang="0">
                    <a:pos x="84385668" y="164838592"/>
                  </a:cxn>
                  <a:cxn ang="0">
                    <a:pos x="84385668" y="106411824"/>
                  </a:cxn>
                  <a:cxn ang="0">
                    <a:pos x="153875304" y="82304028"/>
                  </a:cxn>
                  <a:cxn ang="0">
                    <a:pos x="152953949" y="172900108"/>
                  </a:cxn>
                  <a:cxn ang="0">
                    <a:pos x="210234828" y="158619692"/>
                  </a:cxn>
                  <a:cxn ang="0">
                    <a:pos x="152953949" y="144262489"/>
                  </a:cxn>
                  <a:cxn ang="0">
                    <a:pos x="95749792" y="158619692"/>
                  </a:cxn>
                  <a:cxn ang="0">
                    <a:pos x="152953949" y="172900108"/>
                  </a:cxn>
                </a:cxnLst>
                <a:rect l="0" t="0" r="0" b="0"/>
                <a:pathLst>
                  <a:path w="3931" h="2392">
                    <a:moveTo>
                      <a:pt x="3046" y="1287"/>
                    </a:moveTo>
                    <a:cubicBezTo>
                      <a:pt x="3046" y="1287"/>
                      <a:pt x="2618" y="850"/>
                      <a:pt x="2027" y="850"/>
                    </a:cubicBezTo>
                    <a:cubicBezTo>
                      <a:pt x="1450" y="850"/>
                      <a:pt x="880" y="1287"/>
                      <a:pt x="880" y="1287"/>
                    </a:cubicBezTo>
                    <a:cubicBezTo>
                      <a:pt x="560" y="1154"/>
                      <a:pt x="560" y="1154"/>
                      <a:pt x="560" y="1154"/>
                    </a:cubicBezTo>
                    <a:cubicBezTo>
                      <a:pt x="560" y="1546"/>
                      <a:pt x="560" y="1546"/>
                      <a:pt x="560" y="1546"/>
                    </a:cubicBezTo>
                    <a:cubicBezTo>
                      <a:pt x="610" y="1563"/>
                      <a:pt x="647" y="1610"/>
                      <a:pt x="647" y="1666"/>
                    </a:cubicBezTo>
                    <a:cubicBezTo>
                      <a:pt x="647" y="1723"/>
                      <a:pt x="609" y="1769"/>
                      <a:pt x="558" y="1786"/>
                    </a:cubicBezTo>
                    <a:cubicBezTo>
                      <a:pt x="653" y="2208"/>
                      <a:pt x="653" y="2208"/>
                      <a:pt x="653" y="2208"/>
                    </a:cubicBezTo>
                    <a:cubicBezTo>
                      <a:pt x="373" y="2208"/>
                      <a:pt x="373" y="2208"/>
                      <a:pt x="373" y="2208"/>
                    </a:cubicBezTo>
                    <a:cubicBezTo>
                      <a:pt x="469" y="1784"/>
                      <a:pt x="469" y="1784"/>
                      <a:pt x="469" y="1784"/>
                    </a:cubicBezTo>
                    <a:cubicBezTo>
                      <a:pt x="423" y="1764"/>
                      <a:pt x="391" y="1719"/>
                      <a:pt x="391" y="1666"/>
                    </a:cubicBezTo>
                    <a:cubicBezTo>
                      <a:pt x="391" y="1614"/>
                      <a:pt x="422" y="1570"/>
                      <a:pt x="466" y="1549"/>
                    </a:cubicBezTo>
                    <a:cubicBezTo>
                      <a:pt x="466" y="1115"/>
                      <a:pt x="466" y="1115"/>
                      <a:pt x="466" y="1115"/>
                    </a:cubicBezTo>
                    <a:cubicBezTo>
                      <a:pt x="0" y="920"/>
                      <a:pt x="0" y="920"/>
                      <a:pt x="0" y="920"/>
                    </a:cubicBezTo>
                    <a:cubicBezTo>
                      <a:pt x="2050" y="0"/>
                      <a:pt x="2050" y="0"/>
                      <a:pt x="2050" y="0"/>
                    </a:cubicBezTo>
                    <a:cubicBezTo>
                      <a:pt x="3931" y="932"/>
                      <a:pt x="3931" y="932"/>
                      <a:pt x="3931" y="932"/>
                    </a:cubicBezTo>
                    <a:lnTo>
                      <a:pt x="3046" y="1287"/>
                    </a:lnTo>
                    <a:close/>
                    <a:moveTo>
                      <a:pt x="2004" y="1072"/>
                    </a:moveTo>
                    <a:cubicBezTo>
                      <a:pt x="2598" y="1072"/>
                      <a:pt x="2929" y="1386"/>
                      <a:pt x="2929" y="1386"/>
                    </a:cubicBezTo>
                    <a:cubicBezTo>
                      <a:pt x="2929" y="2147"/>
                      <a:pt x="2929" y="2147"/>
                      <a:pt x="2929" y="2147"/>
                    </a:cubicBezTo>
                    <a:cubicBezTo>
                      <a:pt x="2929" y="2147"/>
                      <a:pt x="2586" y="2392"/>
                      <a:pt x="1957" y="2392"/>
                    </a:cubicBezTo>
                    <a:cubicBezTo>
                      <a:pt x="1328" y="2392"/>
                      <a:pt x="1099" y="2147"/>
                      <a:pt x="1099" y="2147"/>
                    </a:cubicBezTo>
                    <a:cubicBezTo>
                      <a:pt x="1099" y="1386"/>
                      <a:pt x="1099" y="1386"/>
                      <a:pt x="1099" y="1386"/>
                    </a:cubicBezTo>
                    <a:cubicBezTo>
                      <a:pt x="1099" y="1386"/>
                      <a:pt x="1410" y="1072"/>
                      <a:pt x="2004" y="1072"/>
                    </a:cubicBezTo>
                    <a:close/>
                    <a:moveTo>
                      <a:pt x="1992" y="2252"/>
                    </a:moveTo>
                    <a:cubicBezTo>
                      <a:pt x="2404" y="2252"/>
                      <a:pt x="2738" y="2168"/>
                      <a:pt x="2738" y="2066"/>
                    </a:cubicBezTo>
                    <a:cubicBezTo>
                      <a:pt x="2738" y="1963"/>
                      <a:pt x="2404" y="1879"/>
                      <a:pt x="1992" y="1879"/>
                    </a:cubicBezTo>
                    <a:cubicBezTo>
                      <a:pt x="1581" y="1879"/>
                      <a:pt x="1247" y="1963"/>
                      <a:pt x="1247" y="2066"/>
                    </a:cubicBezTo>
                    <a:cubicBezTo>
                      <a:pt x="1247" y="2168"/>
                      <a:pt x="1581" y="2252"/>
                      <a:pt x="1992" y="2252"/>
                    </a:cubicBezTo>
                    <a:close/>
                  </a:path>
                </a:pathLst>
              </a:custGeom>
              <a:solidFill>
                <a:srgbClr val="4B649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71" name="文本框 41"/>
            <p:cNvSpPr txBox="1"/>
            <p:nvPr/>
          </p:nvSpPr>
          <p:spPr>
            <a:xfrm>
              <a:off x="5781727" y="3416300"/>
              <a:ext cx="110799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4B649F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优先级</a:t>
              </a:r>
            </a:p>
          </p:txBody>
        </p:sp>
        <p:sp>
          <p:nvSpPr>
            <p:cNvPr id="6176" name="文本框 46"/>
            <p:cNvSpPr txBox="1"/>
            <p:nvPr/>
          </p:nvSpPr>
          <p:spPr>
            <a:xfrm>
              <a:off x="5165725" y="3852863"/>
              <a:ext cx="2340000" cy="32691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乘除高优先，加减低优先</a:t>
              </a:r>
              <a:r>
                <a:rPr lang="zh-CN" altLang="en-US" sz="2000" b="1" dirty="0">
                  <a:solidFill>
                    <a:srgbClr val="404040"/>
                  </a:solidFill>
                </a:rPr>
                <a:t>；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若当前运算符大于栈顶运算符，继续读取；反之则弹出计算</a:t>
              </a:r>
              <a:endParaRPr lang="en-US" altLang="zh-CN" sz="20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4BA32D1-A3E5-9026-7A5F-6D4496526324}"/>
              </a:ext>
            </a:extLst>
          </p:cNvPr>
          <p:cNvGrpSpPr/>
          <p:nvPr/>
        </p:nvGrpSpPr>
        <p:grpSpPr>
          <a:xfrm>
            <a:off x="7233032" y="2025650"/>
            <a:ext cx="2340000" cy="3711319"/>
            <a:chOff x="7175499" y="2025650"/>
            <a:chExt cx="2340000" cy="3711319"/>
          </a:xfrm>
        </p:grpSpPr>
        <p:grpSp>
          <p:nvGrpSpPr>
            <p:cNvPr id="6157" name="组合 37"/>
            <p:cNvGrpSpPr/>
            <p:nvPr/>
          </p:nvGrpSpPr>
          <p:grpSpPr>
            <a:xfrm>
              <a:off x="7706531" y="2025650"/>
              <a:ext cx="1277937" cy="1277938"/>
              <a:chOff x="7366499" y="2234042"/>
              <a:chExt cx="1607262" cy="160726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366499" y="2234042"/>
                <a:ext cx="1607262" cy="1607262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476311" y="2343856"/>
                <a:ext cx="1387637" cy="138763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60" name="KSO_Shape"/>
              <p:cNvSpPr/>
              <p:nvPr/>
            </p:nvSpPr>
            <p:spPr>
              <a:xfrm>
                <a:off x="7767760" y="2635303"/>
                <a:ext cx="804740" cy="804740"/>
              </a:xfrm>
              <a:custGeom>
                <a:avLst/>
                <a:gdLst/>
                <a:ahLst/>
                <a:cxnLst>
                  <a:cxn ang="0">
                    <a:pos x="161971611" y="28205651"/>
                  </a:cxn>
                  <a:cxn ang="0">
                    <a:pos x="154328734" y="35760945"/>
                  </a:cxn>
                  <a:cxn ang="0">
                    <a:pos x="128922154" y="10535170"/>
                  </a:cxn>
                  <a:cxn ang="0">
                    <a:pos x="136565235" y="2938080"/>
                  </a:cxn>
                  <a:cxn ang="0">
                    <a:pos x="146391791" y="2644292"/>
                  </a:cxn>
                  <a:cxn ang="0">
                    <a:pos x="162265678" y="18384049"/>
                  </a:cxn>
                  <a:cxn ang="0">
                    <a:pos x="161971611" y="28205651"/>
                  </a:cxn>
                  <a:cxn ang="0">
                    <a:pos x="94570989" y="95152312"/>
                  </a:cxn>
                  <a:cxn ang="0">
                    <a:pos x="69164409" y="69884753"/>
                  </a:cxn>
                  <a:cxn ang="0">
                    <a:pos x="125058706" y="14354614"/>
                  </a:cxn>
                  <a:cxn ang="0">
                    <a:pos x="150465287" y="39622385"/>
                  </a:cxn>
                  <a:cxn ang="0">
                    <a:pos x="94570989" y="95152312"/>
                  </a:cxn>
                  <a:cxn ang="0">
                    <a:pos x="91043413" y="98636172"/>
                  </a:cxn>
                  <a:cxn ang="0">
                    <a:pos x="55474406" y="108751580"/>
                  </a:cxn>
                  <a:cxn ang="0">
                    <a:pos x="65637038" y="73410406"/>
                  </a:cxn>
                  <a:cxn ang="0">
                    <a:pos x="91043413" y="98636172"/>
                  </a:cxn>
                  <a:cxn ang="0">
                    <a:pos x="32335511" y="20776552"/>
                  </a:cxn>
                  <a:cxn ang="0">
                    <a:pos x="16461823" y="36684306"/>
                  </a:cxn>
                  <a:cxn ang="0">
                    <a:pos x="16461823" y="132550202"/>
                  </a:cxn>
                  <a:cxn ang="0">
                    <a:pos x="32335511" y="148415951"/>
                  </a:cxn>
                  <a:cxn ang="0">
                    <a:pos x="128292420" y="148415951"/>
                  </a:cxn>
                  <a:cxn ang="0">
                    <a:pos x="144166102" y="132550202"/>
                  </a:cxn>
                  <a:cxn ang="0">
                    <a:pos x="144166102" y="69548966"/>
                  </a:cxn>
                  <a:cxn ang="0">
                    <a:pos x="160585909" y="53641206"/>
                  </a:cxn>
                  <a:cxn ang="0">
                    <a:pos x="160585909" y="138384361"/>
                  </a:cxn>
                  <a:cxn ang="0">
                    <a:pos x="133583579" y="164869274"/>
                  </a:cxn>
                  <a:cxn ang="0">
                    <a:pos x="26498426" y="164869274"/>
                  </a:cxn>
                  <a:cxn ang="0">
                    <a:pos x="0" y="138384361"/>
                  </a:cxn>
                  <a:cxn ang="0">
                    <a:pos x="0" y="32445081"/>
                  </a:cxn>
                  <a:cxn ang="0">
                    <a:pos x="26498426" y="4323224"/>
                  </a:cxn>
                  <a:cxn ang="0">
                    <a:pos x="111284684" y="4323224"/>
                  </a:cxn>
                  <a:cxn ang="0">
                    <a:pos x="95368762" y="20776552"/>
                  </a:cxn>
                  <a:cxn ang="0">
                    <a:pos x="32335511" y="20776552"/>
                  </a:cxn>
                </a:cxnLst>
                <a:rect l="0" t="0" r="0" b="0"/>
                <a:pathLst>
                  <a:path w="3927" h="3928">
                    <a:moveTo>
                      <a:pt x="3857" y="672"/>
                    </a:moveTo>
                    <a:cubicBezTo>
                      <a:pt x="3675" y="852"/>
                      <a:pt x="3675" y="852"/>
                      <a:pt x="3675" y="852"/>
                    </a:cubicBezTo>
                    <a:cubicBezTo>
                      <a:pt x="3070" y="251"/>
                      <a:pt x="3070" y="251"/>
                      <a:pt x="3070" y="251"/>
                    </a:cubicBezTo>
                    <a:cubicBezTo>
                      <a:pt x="3252" y="70"/>
                      <a:pt x="3252" y="70"/>
                      <a:pt x="3252" y="70"/>
                    </a:cubicBezTo>
                    <a:cubicBezTo>
                      <a:pt x="3319" y="4"/>
                      <a:pt x="3424" y="0"/>
                      <a:pt x="3486" y="63"/>
                    </a:cubicBezTo>
                    <a:cubicBezTo>
                      <a:pt x="3864" y="438"/>
                      <a:pt x="3864" y="438"/>
                      <a:pt x="3864" y="438"/>
                    </a:cubicBezTo>
                    <a:cubicBezTo>
                      <a:pt x="3927" y="501"/>
                      <a:pt x="3924" y="605"/>
                      <a:pt x="3857" y="672"/>
                    </a:cubicBezTo>
                    <a:close/>
                    <a:moveTo>
                      <a:pt x="2252" y="2267"/>
                    </a:moveTo>
                    <a:cubicBezTo>
                      <a:pt x="1647" y="1665"/>
                      <a:pt x="1647" y="1665"/>
                      <a:pt x="1647" y="1665"/>
                    </a:cubicBezTo>
                    <a:cubicBezTo>
                      <a:pt x="2978" y="342"/>
                      <a:pt x="2978" y="342"/>
                      <a:pt x="2978" y="342"/>
                    </a:cubicBezTo>
                    <a:cubicBezTo>
                      <a:pt x="3583" y="944"/>
                      <a:pt x="3583" y="944"/>
                      <a:pt x="3583" y="944"/>
                    </a:cubicBezTo>
                    <a:lnTo>
                      <a:pt x="2252" y="2267"/>
                    </a:lnTo>
                    <a:close/>
                    <a:moveTo>
                      <a:pt x="2168" y="2350"/>
                    </a:moveTo>
                    <a:cubicBezTo>
                      <a:pt x="1321" y="2591"/>
                      <a:pt x="1321" y="2591"/>
                      <a:pt x="1321" y="2591"/>
                    </a:cubicBezTo>
                    <a:cubicBezTo>
                      <a:pt x="1563" y="1749"/>
                      <a:pt x="1563" y="1749"/>
                      <a:pt x="1563" y="1749"/>
                    </a:cubicBezTo>
                    <a:lnTo>
                      <a:pt x="2168" y="2350"/>
                    </a:lnTo>
                    <a:close/>
                    <a:moveTo>
                      <a:pt x="770" y="495"/>
                    </a:moveTo>
                    <a:cubicBezTo>
                      <a:pt x="561" y="495"/>
                      <a:pt x="392" y="665"/>
                      <a:pt x="392" y="874"/>
                    </a:cubicBezTo>
                    <a:cubicBezTo>
                      <a:pt x="392" y="3158"/>
                      <a:pt x="392" y="3158"/>
                      <a:pt x="392" y="3158"/>
                    </a:cubicBezTo>
                    <a:cubicBezTo>
                      <a:pt x="392" y="3367"/>
                      <a:pt x="561" y="3536"/>
                      <a:pt x="770" y="3536"/>
                    </a:cubicBezTo>
                    <a:cubicBezTo>
                      <a:pt x="3055" y="3536"/>
                      <a:pt x="3055" y="3536"/>
                      <a:pt x="3055" y="3536"/>
                    </a:cubicBezTo>
                    <a:cubicBezTo>
                      <a:pt x="3264" y="3536"/>
                      <a:pt x="3433" y="3367"/>
                      <a:pt x="3433" y="3158"/>
                    </a:cubicBezTo>
                    <a:cubicBezTo>
                      <a:pt x="3433" y="1657"/>
                      <a:pt x="3433" y="1657"/>
                      <a:pt x="3433" y="1657"/>
                    </a:cubicBezTo>
                    <a:cubicBezTo>
                      <a:pt x="3824" y="1278"/>
                      <a:pt x="3824" y="1278"/>
                      <a:pt x="3824" y="1278"/>
                    </a:cubicBezTo>
                    <a:cubicBezTo>
                      <a:pt x="3824" y="3297"/>
                      <a:pt x="3824" y="3297"/>
                      <a:pt x="3824" y="3297"/>
                    </a:cubicBezTo>
                    <a:cubicBezTo>
                      <a:pt x="3824" y="3645"/>
                      <a:pt x="3529" y="3928"/>
                      <a:pt x="3181" y="3928"/>
                    </a:cubicBezTo>
                    <a:cubicBezTo>
                      <a:pt x="631" y="3928"/>
                      <a:pt x="631" y="3928"/>
                      <a:pt x="631" y="3928"/>
                    </a:cubicBezTo>
                    <a:cubicBezTo>
                      <a:pt x="283" y="3928"/>
                      <a:pt x="0" y="3645"/>
                      <a:pt x="0" y="3297"/>
                    </a:cubicBezTo>
                    <a:cubicBezTo>
                      <a:pt x="0" y="773"/>
                      <a:pt x="0" y="773"/>
                      <a:pt x="0" y="773"/>
                    </a:cubicBezTo>
                    <a:cubicBezTo>
                      <a:pt x="0" y="425"/>
                      <a:pt x="283" y="103"/>
                      <a:pt x="631" y="103"/>
                    </a:cubicBezTo>
                    <a:cubicBezTo>
                      <a:pt x="2650" y="103"/>
                      <a:pt x="2650" y="103"/>
                      <a:pt x="2650" y="103"/>
                    </a:cubicBezTo>
                    <a:cubicBezTo>
                      <a:pt x="2271" y="495"/>
                      <a:pt x="2271" y="495"/>
                      <a:pt x="2271" y="495"/>
                    </a:cubicBezTo>
                    <a:lnTo>
                      <a:pt x="770" y="495"/>
                    </a:lnTo>
                    <a:close/>
                  </a:path>
                </a:pathLst>
              </a:custGeom>
              <a:solidFill>
                <a:srgbClr val="4B649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72" name="文本框 42"/>
            <p:cNvSpPr txBox="1"/>
            <p:nvPr/>
          </p:nvSpPr>
          <p:spPr>
            <a:xfrm>
              <a:off x="7637613" y="341630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4B649F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括号处理</a:t>
              </a:r>
            </a:p>
          </p:txBody>
        </p:sp>
        <p:sp>
          <p:nvSpPr>
            <p:cNvPr id="6177" name="文本框 47"/>
            <p:cNvSpPr txBox="1"/>
            <p:nvPr/>
          </p:nvSpPr>
          <p:spPr>
            <a:xfrm>
              <a:off x="7175499" y="3852863"/>
              <a:ext cx="2340000" cy="188410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遇到右括号时循环弹出</a:t>
              </a:r>
              <a:r>
                <a:rPr lang="zh-CN" altLang="en-US" sz="2000" b="1" dirty="0">
                  <a:solidFill>
                    <a:srgbClr val="404040"/>
                  </a:solidFill>
                </a:rPr>
                <a:t>，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如果遇到左括号则结束循环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A7EB815-C20E-A0F7-695B-893CEFB4349D}"/>
              </a:ext>
            </a:extLst>
          </p:cNvPr>
          <p:cNvGrpSpPr/>
          <p:nvPr/>
        </p:nvGrpSpPr>
        <p:grpSpPr>
          <a:xfrm>
            <a:off x="9540067" y="2005439"/>
            <a:ext cx="2340000" cy="3249654"/>
            <a:chOff x="9301163" y="2025650"/>
            <a:chExt cx="2340000" cy="3249654"/>
          </a:xfrm>
        </p:grpSpPr>
        <p:grpSp>
          <p:nvGrpSpPr>
            <p:cNvPr id="6149" name="组合 38"/>
            <p:cNvGrpSpPr/>
            <p:nvPr/>
          </p:nvGrpSpPr>
          <p:grpSpPr>
            <a:xfrm>
              <a:off x="9832194" y="2025650"/>
              <a:ext cx="1277938" cy="1277938"/>
              <a:chOff x="9444839" y="2234042"/>
              <a:chExt cx="1607262" cy="1607262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9444839" y="2234042"/>
                <a:ext cx="1607262" cy="1607262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554653" y="2343856"/>
                <a:ext cx="1387635" cy="138763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KSO_Shape"/>
              <p:cNvSpPr/>
              <p:nvPr/>
            </p:nvSpPr>
            <p:spPr bwMode="auto">
              <a:xfrm>
                <a:off x="9828186" y="2675291"/>
                <a:ext cx="840568" cy="724764"/>
              </a:xfrm>
              <a:custGeom>
                <a:avLst/>
                <a:gdLst>
                  <a:gd name="T0" fmla="*/ 1814848 w 5325"/>
                  <a:gd name="T1" fmla="*/ 1012065 h 4595"/>
                  <a:gd name="T2" fmla="*/ 90510 w 5325"/>
                  <a:gd name="T3" fmla="*/ 0 h 4595"/>
                  <a:gd name="T4" fmla="*/ 0 w 5325"/>
                  <a:gd name="T5" fmla="*/ 1012065 h 4595"/>
                  <a:gd name="T6" fmla="*/ 459346 w 5325"/>
                  <a:gd name="T7" fmla="*/ 1169473 h 4595"/>
                  <a:gd name="T8" fmla="*/ 502276 w 5325"/>
                  <a:gd name="T9" fmla="*/ 1643845 h 4595"/>
                  <a:gd name="T10" fmla="*/ 630349 w 5325"/>
                  <a:gd name="T11" fmla="*/ 1169473 h 4595"/>
                  <a:gd name="T12" fmla="*/ 1275366 w 5325"/>
                  <a:gd name="T13" fmla="*/ 1169473 h 4595"/>
                  <a:gd name="T14" fmla="*/ 1403439 w 5325"/>
                  <a:gd name="T15" fmla="*/ 1643845 h 4595"/>
                  <a:gd name="T16" fmla="*/ 1446011 w 5325"/>
                  <a:gd name="T17" fmla="*/ 1169473 h 4595"/>
                  <a:gd name="T18" fmla="*/ 1905000 w 5325"/>
                  <a:gd name="T19" fmla="*/ 1012065 h 4595"/>
                  <a:gd name="T20" fmla="*/ 1653862 w 5325"/>
                  <a:gd name="T21" fmla="*/ 977363 h 4595"/>
                  <a:gd name="T22" fmla="*/ 1653504 w 5325"/>
                  <a:gd name="T23" fmla="*/ 984518 h 4595"/>
                  <a:gd name="T24" fmla="*/ 1651000 w 5325"/>
                  <a:gd name="T25" fmla="*/ 990958 h 4595"/>
                  <a:gd name="T26" fmla="*/ 1648138 w 5325"/>
                  <a:gd name="T27" fmla="*/ 996682 h 4595"/>
                  <a:gd name="T28" fmla="*/ 1643845 w 5325"/>
                  <a:gd name="T29" fmla="*/ 1002048 h 4595"/>
                  <a:gd name="T30" fmla="*/ 1638837 w 5325"/>
                  <a:gd name="T31" fmla="*/ 1005983 h 4595"/>
                  <a:gd name="T32" fmla="*/ 1632755 w 5325"/>
                  <a:gd name="T33" fmla="*/ 1009561 h 4595"/>
                  <a:gd name="T34" fmla="*/ 1626673 w 5325"/>
                  <a:gd name="T35" fmla="*/ 1011349 h 4595"/>
                  <a:gd name="T36" fmla="*/ 1619518 w 5325"/>
                  <a:gd name="T37" fmla="*/ 1012065 h 4595"/>
                  <a:gd name="T38" fmla="*/ 1149439 w 5325"/>
                  <a:gd name="T39" fmla="*/ 1012065 h 4595"/>
                  <a:gd name="T40" fmla="*/ 1142642 w 5325"/>
                  <a:gd name="T41" fmla="*/ 1011349 h 4595"/>
                  <a:gd name="T42" fmla="*/ 1135845 w 5325"/>
                  <a:gd name="T43" fmla="*/ 1009561 h 4595"/>
                  <a:gd name="T44" fmla="*/ 1130121 w 5325"/>
                  <a:gd name="T45" fmla="*/ 1005983 h 4595"/>
                  <a:gd name="T46" fmla="*/ 1125470 w 5325"/>
                  <a:gd name="T47" fmla="*/ 1002048 h 4595"/>
                  <a:gd name="T48" fmla="*/ 1120820 w 5325"/>
                  <a:gd name="T49" fmla="*/ 996682 h 4595"/>
                  <a:gd name="T50" fmla="*/ 1117958 w 5325"/>
                  <a:gd name="T51" fmla="*/ 990958 h 4595"/>
                  <a:gd name="T52" fmla="*/ 1115811 w 5325"/>
                  <a:gd name="T53" fmla="*/ 984518 h 4595"/>
                  <a:gd name="T54" fmla="*/ 1115454 w 5325"/>
                  <a:gd name="T55" fmla="*/ 977363 h 4595"/>
                  <a:gd name="T56" fmla="*/ 1115454 w 5325"/>
                  <a:gd name="T57" fmla="*/ 731592 h 4595"/>
                  <a:gd name="T58" fmla="*/ 1115811 w 5325"/>
                  <a:gd name="T59" fmla="*/ 724437 h 4595"/>
                  <a:gd name="T60" fmla="*/ 1117958 w 5325"/>
                  <a:gd name="T61" fmla="*/ 718355 h 4595"/>
                  <a:gd name="T62" fmla="*/ 1120820 w 5325"/>
                  <a:gd name="T63" fmla="*/ 712273 h 4595"/>
                  <a:gd name="T64" fmla="*/ 1125470 w 5325"/>
                  <a:gd name="T65" fmla="*/ 707265 h 4595"/>
                  <a:gd name="T66" fmla="*/ 1130121 w 5325"/>
                  <a:gd name="T67" fmla="*/ 702972 h 4595"/>
                  <a:gd name="T68" fmla="*/ 1135845 w 5325"/>
                  <a:gd name="T69" fmla="*/ 699752 h 4595"/>
                  <a:gd name="T70" fmla="*/ 1142642 w 5325"/>
                  <a:gd name="T71" fmla="*/ 697606 h 4595"/>
                  <a:gd name="T72" fmla="*/ 1149439 w 5325"/>
                  <a:gd name="T73" fmla="*/ 697248 h 4595"/>
                  <a:gd name="T74" fmla="*/ 1619518 w 5325"/>
                  <a:gd name="T75" fmla="*/ 697248 h 4595"/>
                  <a:gd name="T76" fmla="*/ 1626673 w 5325"/>
                  <a:gd name="T77" fmla="*/ 697606 h 4595"/>
                  <a:gd name="T78" fmla="*/ 1632755 w 5325"/>
                  <a:gd name="T79" fmla="*/ 699752 h 4595"/>
                  <a:gd name="T80" fmla="*/ 1638837 w 5325"/>
                  <a:gd name="T81" fmla="*/ 702972 h 4595"/>
                  <a:gd name="T82" fmla="*/ 1643845 w 5325"/>
                  <a:gd name="T83" fmla="*/ 707265 h 4595"/>
                  <a:gd name="T84" fmla="*/ 1648138 w 5325"/>
                  <a:gd name="T85" fmla="*/ 712273 h 4595"/>
                  <a:gd name="T86" fmla="*/ 1651000 w 5325"/>
                  <a:gd name="T87" fmla="*/ 718355 h 4595"/>
                  <a:gd name="T88" fmla="*/ 1653504 w 5325"/>
                  <a:gd name="T89" fmla="*/ 724437 h 4595"/>
                  <a:gd name="T90" fmla="*/ 1653862 w 5325"/>
                  <a:gd name="T91" fmla="*/ 731592 h 459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325" h="4595">
                    <a:moveTo>
                      <a:pt x="5325" y="2829"/>
                    </a:moveTo>
                    <a:lnTo>
                      <a:pt x="5073" y="2829"/>
                    </a:lnTo>
                    <a:lnTo>
                      <a:pt x="5073" y="0"/>
                    </a:lnTo>
                    <a:lnTo>
                      <a:pt x="253" y="0"/>
                    </a:lnTo>
                    <a:lnTo>
                      <a:pt x="253" y="2829"/>
                    </a:lnTo>
                    <a:lnTo>
                      <a:pt x="0" y="2829"/>
                    </a:lnTo>
                    <a:lnTo>
                      <a:pt x="0" y="3269"/>
                    </a:lnTo>
                    <a:lnTo>
                      <a:pt x="1284" y="3269"/>
                    </a:lnTo>
                    <a:lnTo>
                      <a:pt x="926" y="4595"/>
                    </a:lnTo>
                    <a:lnTo>
                      <a:pt x="1404" y="4595"/>
                    </a:lnTo>
                    <a:lnTo>
                      <a:pt x="1762" y="3269"/>
                    </a:lnTo>
                    <a:lnTo>
                      <a:pt x="3565" y="3269"/>
                    </a:lnTo>
                    <a:lnTo>
                      <a:pt x="3764" y="4009"/>
                    </a:lnTo>
                    <a:lnTo>
                      <a:pt x="3923" y="4595"/>
                    </a:lnTo>
                    <a:lnTo>
                      <a:pt x="4400" y="4595"/>
                    </a:lnTo>
                    <a:lnTo>
                      <a:pt x="4042" y="3269"/>
                    </a:lnTo>
                    <a:lnTo>
                      <a:pt x="5325" y="3269"/>
                    </a:lnTo>
                    <a:lnTo>
                      <a:pt x="5325" y="2829"/>
                    </a:lnTo>
                    <a:close/>
                    <a:moveTo>
                      <a:pt x="4623" y="2732"/>
                    </a:moveTo>
                    <a:lnTo>
                      <a:pt x="4623" y="2732"/>
                    </a:lnTo>
                    <a:lnTo>
                      <a:pt x="4623" y="2742"/>
                    </a:lnTo>
                    <a:lnTo>
                      <a:pt x="4622" y="2752"/>
                    </a:lnTo>
                    <a:lnTo>
                      <a:pt x="4619" y="2760"/>
                    </a:lnTo>
                    <a:lnTo>
                      <a:pt x="4615" y="2770"/>
                    </a:lnTo>
                    <a:lnTo>
                      <a:pt x="4612" y="2779"/>
                    </a:lnTo>
                    <a:lnTo>
                      <a:pt x="4607" y="2786"/>
                    </a:lnTo>
                    <a:lnTo>
                      <a:pt x="4601" y="2794"/>
                    </a:lnTo>
                    <a:lnTo>
                      <a:pt x="4595" y="2801"/>
                    </a:lnTo>
                    <a:lnTo>
                      <a:pt x="4588" y="2807"/>
                    </a:lnTo>
                    <a:lnTo>
                      <a:pt x="4581" y="2812"/>
                    </a:lnTo>
                    <a:lnTo>
                      <a:pt x="4573" y="2817"/>
                    </a:lnTo>
                    <a:lnTo>
                      <a:pt x="4564" y="2822"/>
                    </a:lnTo>
                    <a:lnTo>
                      <a:pt x="4555" y="2824"/>
                    </a:lnTo>
                    <a:lnTo>
                      <a:pt x="4547" y="2827"/>
                    </a:lnTo>
                    <a:lnTo>
                      <a:pt x="4537" y="2828"/>
                    </a:lnTo>
                    <a:lnTo>
                      <a:pt x="4527" y="2829"/>
                    </a:lnTo>
                    <a:lnTo>
                      <a:pt x="3213" y="2829"/>
                    </a:lnTo>
                    <a:lnTo>
                      <a:pt x="3203" y="2828"/>
                    </a:lnTo>
                    <a:lnTo>
                      <a:pt x="3194" y="2827"/>
                    </a:lnTo>
                    <a:lnTo>
                      <a:pt x="3185" y="2824"/>
                    </a:lnTo>
                    <a:lnTo>
                      <a:pt x="3175" y="2822"/>
                    </a:lnTo>
                    <a:lnTo>
                      <a:pt x="3168" y="2817"/>
                    </a:lnTo>
                    <a:lnTo>
                      <a:pt x="3159" y="2812"/>
                    </a:lnTo>
                    <a:lnTo>
                      <a:pt x="3152" y="2807"/>
                    </a:lnTo>
                    <a:lnTo>
                      <a:pt x="3146" y="2801"/>
                    </a:lnTo>
                    <a:lnTo>
                      <a:pt x="3140" y="2794"/>
                    </a:lnTo>
                    <a:lnTo>
                      <a:pt x="3133" y="2786"/>
                    </a:lnTo>
                    <a:lnTo>
                      <a:pt x="3129" y="2779"/>
                    </a:lnTo>
                    <a:lnTo>
                      <a:pt x="3125" y="2770"/>
                    </a:lnTo>
                    <a:lnTo>
                      <a:pt x="3121" y="2760"/>
                    </a:lnTo>
                    <a:lnTo>
                      <a:pt x="3119" y="2752"/>
                    </a:lnTo>
                    <a:lnTo>
                      <a:pt x="3118" y="2742"/>
                    </a:lnTo>
                    <a:lnTo>
                      <a:pt x="3118" y="2732"/>
                    </a:lnTo>
                    <a:lnTo>
                      <a:pt x="3118" y="2045"/>
                    </a:lnTo>
                    <a:lnTo>
                      <a:pt x="3118" y="2035"/>
                    </a:lnTo>
                    <a:lnTo>
                      <a:pt x="3119" y="2025"/>
                    </a:lnTo>
                    <a:lnTo>
                      <a:pt x="3121" y="2016"/>
                    </a:lnTo>
                    <a:lnTo>
                      <a:pt x="3125" y="2008"/>
                    </a:lnTo>
                    <a:lnTo>
                      <a:pt x="3129" y="1999"/>
                    </a:lnTo>
                    <a:lnTo>
                      <a:pt x="3133" y="1991"/>
                    </a:lnTo>
                    <a:lnTo>
                      <a:pt x="3140" y="1983"/>
                    </a:lnTo>
                    <a:lnTo>
                      <a:pt x="3146" y="1977"/>
                    </a:lnTo>
                    <a:lnTo>
                      <a:pt x="3152" y="1971"/>
                    </a:lnTo>
                    <a:lnTo>
                      <a:pt x="3159" y="1965"/>
                    </a:lnTo>
                    <a:lnTo>
                      <a:pt x="3168" y="1960"/>
                    </a:lnTo>
                    <a:lnTo>
                      <a:pt x="3175" y="1956"/>
                    </a:lnTo>
                    <a:lnTo>
                      <a:pt x="3185" y="1953"/>
                    </a:lnTo>
                    <a:lnTo>
                      <a:pt x="3194" y="1950"/>
                    </a:lnTo>
                    <a:lnTo>
                      <a:pt x="3203" y="1949"/>
                    </a:lnTo>
                    <a:lnTo>
                      <a:pt x="3213" y="1949"/>
                    </a:lnTo>
                    <a:lnTo>
                      <a:pt x="4527" y="1949"/>
                    </a:lnTo>
                    <a:lnTo>
                      <a:pt x="4537" y="1949"/>
                    </a:lnTo>
                    <a:lnTo>
                      <a:pt x="4547" y="1950"/>
                    </a:lnTo>
                    <a:lnTo>
                      <a:pt x="4555" y="1953"/>
                    </a:lnTo>
                    <a:lnTo>
                      <a:pt x="4564" y="1956"/>
                    </a:lnTo>
                    <a:lnTo>
                      <a:pt x="4573" y="1960"/>
                    </a:lnTo>
                    <a:lnTo>
                      <a:pt x="4581" y="1965"/>
                    </a:lnTo>
                    <a:lnTo>
                      <a:pt x="4588" y="1971"/>
                    </a:lnTo>
                    <a:lnTo>
                      <a:pt x="4595" y="1977"/>
                    </a:lnTo>
                    <a:lnTo>
                      <a:pt x="4601" y="1983"/>
                    </a:lnTo>
                    <a:lnTo>
                      <a:pt x="4607" y="1991"/>
                    </a:lnTo>
                    <a:lnTo>
                      <a:pt x="4612" y="1999"/>
                    </a:lnTo>
                    <a:lnTo>
                      <a:pt x="4615" y="2008"/>
                    </a:lnTo>
                    <a:lnTo>
                      <a:pt x="4619" y="2016"/>
                    </a:lnTo>
                    <a:lnTo>
                      <a:pt x="4622" y="2025"/>
                    </a:lnTo>
                    <a:lnTo>
                      <a:pt x="4623" y="2035"/>
                    </a:lnTo>
                    <a:lnTo>
                      <a:pt x="4623" y="2045"/>
                    </a:lnTo>
                    <a:lnTo>
                      <a:pt x="4623" y="2732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bIns="720000"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173" name="文本框 43"/>
            <p:cNvSpPr txBox="1"/>
            <p:nvPr/>
          </p:nvSpPr>
          <p:spPr>
            <a:xfrm>
              <a:off x="9763277" y="3416300"/>
              <a:ext cx="141577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4B649F"/>
                  </a:solidFill>
                </a:rPr>
                <a:t>一元负号</a:t>
              </a:r>
              <a:endParaRPr lang="zh-CN" altLang="en-US" sz="24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178" name="文本框 48"/>
            <p:cNvSpPr txBox="1"/>
            <p:nvPr/>
          </p:nvSpPr>
          <p:spPr>
            <a:xfrm>
              <a:off x="9301163" y="3852863"/>
              <a:ext cx="2340000" cy="1422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检测表达式开头为“</a:t>
              </a: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(-”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时，判断“</a:t>
              </a:r>
              <a:r>
                <a:rPr lang="en-US" altLang="zh-CN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-”</a:t>
              </a:r>
              <a:r>
                <a:rPr lang="zh-CN" altLang="en-US" sz="2000" b="1" dirty="0">
                  <a:solidFill>
                    <a:srgbClr val="40404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为负号而非减号</a:t>
              </a:r>
            </a:p>
          </p:txBody>
        </p:sp>
      </p:grpSp>
      <p:pic>
        <p:nvPicPr>
          <p:cNvPr id="6179" name="Picture 13" descr="D:\高校PPT模板\4西安交通大学PPT模板\校徽校名\校徽白色亮.png校徽白色亮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86A8-4E08-A480-3AB7-9B8F2265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2D4B396-9B3D-6AF0-D5C1-56E569FFC379}"/>
              </a:ext>
            </a:extLst>
          </p:cNvPr>
          <p:cNvSpPr/>
          <p:nvPr/>
        </p:nvSpPr>
        <p:spPr>
          <a:xfrm>
            <a:off x="0" y="2540000"/>
            <a:ext cx="5619750" cy="19653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" name="文本框 2">
            <a:extLst>
              <a:ext uri="{FF2B5EF4-FFF2-40B4-BE49-F238E27FC236}">
                <a16:creationId xmlns:a16="http://schemas.microsoft.com/office/drawing/2014/main" id="{432C779B-F069-7A35-D3D9-CF89A6990B89}"/>
              </a:ext>
            </a:extLst>
          </p:cNvPr>
          <p:cNvSpPr txBox="1"/>
          <p:nvPr/>
        </p:nvSpPr>
        <p:spPr>
          <a:xfrm>
            <a:off x="5854700" y="2866329"/>
            <a:ext cx="5708650" cy="131266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   </a:t>
            </a:r>
            <a:r>
              <a:rPr lang="zh-CN" altLang="en-US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程序框架</a:t>
            </a:r>
          </a:p>
        </p:txBody>
      </p:sp>
      <p:pic>
        <p:nvPicPr>
          <p:cNvPr id="7172" name="图片 9">
            <a:extLst>
              <a:ext uri="{FF2B5EF4-FFF2-40B4-BE49-F238E27FC236}">
                <a16:creationId xmlns:a16="http://schemas.microsoft.com/office/drawing/2014/main" id="{020B9F86-C337-A990-A3C7-1CA6D4D9D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10">
            <a:extLst>
              <a:ext uri="{FF2B5EF4-FFF2-40B4-BE49-F238E27FC236}">
                <a16:creationId xmlns:a16="http://schemas.microsoft.com/office/drawing/2014/main" id="{5CD2440F-99E4-2A3D-9A54-6E11DD65F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78763" cy="221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39F63C10-5B3C-3E98-0EEE-6E43619FB9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4825" y="2680494"/>
            <a:ext cx="1787525" cy="1749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19154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0"/>
            <a:ext cx="3581400" cy="100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168400" y="3292475"/>
            <a:ext cx="2836863" cy="935038"/>
          </a:xfrm>
          <a:custGeom>
            <a:avLst/>
            <a:gdLst>
              <a:gd name="connsiteX0" fmla="*/ 0 w 2837889"/>
              <a:gd name="connsiteY0" fmla="*/ 0 h 935213"/>
              <a:gd name="connsiteX1" fmla="*/ 2837889 w 2837889"/>
              <a:gd name="connsiteY1" fmla="*/ 0 h 935213"/>
              <a:gd name="connsiteX2" fmla="*/ 2837889 w 2837889"/>
              <a:gd name="connsiteY2" fmla="*/ 935213 h 935213"/>
              <a:gd name="connsiteX3" fmla="*/ 0 w 2837889"/>
              <a:gd name="connsiteY3" fmla="*/ 935213 h 935213"/>
              <a:gd name="connsiteX4" fmla="*/ 0 w 2837889"/>
              <a:gd name="connsiteY4" fmla="*/ 0 h 93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7889" h="935213">
                <a:moveTo>
                  <a:pt x="0" y="0"/>
                </a:moveTo>
                <a:lnTo>
                  <a:pt x="2837889" y="0"/>
                </a:lnTo>
                <a:lnTo>
                  <a:pt x="2837889" y="935213"/>
                </a:lnTo>
                <a:lnTo>
                  <a:pt x="0" y="93521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5400" tIns="25400" rIns="25400" bIns="25400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8890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kern="1200" cap="none" spc="0" normalizeH="0" baseline="0" noProof="1">
                <a:solidFill>
                  <a:srgbClr val="A6A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1basic.asm</a:t>
            </a:r>
          </a:p>
          <a:p>
            <a:pPr marL="0" marR="0" lvl="0" indent="0" algn="ctr" defTabSz="8890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rgbClr val="A6A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实现固定表达式</a:t>
            </a:r>
            <a:r>
              <a:rPr kumimoji="0" lang="en-US" altLang="en-US" sz="2000" b="1" i="0" u="none" strike="noStrike" kern="1200" cap="none" spc="0" normalizeH="0" baseline="0" noProof="1">
                <a:solidFill>
                  <a:srgbClr val="A6A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Z=(X+Y)×36÷16</a:t>
            </a:r>
          </a:p>
        </p:txBody>
      </p:sp>
      <p:sp>
        <p:nvSpPr>
          <p:cNvPr id="11" name="椭圆 10"/>
          <p:cNvSpPr/>
          <p:nvPr/>
        </p:nvSpPr>
        <p:spPr>
          <a:xfrm>
            <a:off x="1165225" y="2868613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椭圆 11"/>
          <p:cNvSpPr/>
          <p:nvPr/>
        </p:nvSpPr>
        <p:spPr>
          <a:xfrm>
            <a:off x="1322388" y="2552700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椭圆 12"/>
          <p:cNvSpPr/>
          <p:nvPr/>
        </p:nvSpPr>
        <p:spPr>
          <a:xfrm>
            <a:off x="1701800" y="2616200"/>
            <a:ext cx="355600" cy="354013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椭圆 13"/>
          <p:cNvSpPr/>
          <p:nvPr/>
        </p:nvSpPr>
        <p:spPr>
          <a:xfrm>
            <a:off x="2017713" y="2268538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椭圆 14"/>
          <p:cNvSpPr/>
          <p:nvPr/>
        </p:nvSpPr>
        <p:spPr>
          <a:xfrm>
            <a:off x="2428875" y="2141538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椭圆 15"/>
          <p:cNvSpPr/>
          <p:nvPr/>
        </p:nvSpPr>
        <p:spPr>
          <a:xfrm>
            <a:off x="2935288" y="2363788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椭圆 16"/>
          <p:cNvSpPr/>
          <p:nvPr/>
        </p:nvSpPr>
        <p:spPr>
          <a:xfrm>
            <a:off x="3251200" y="2520950"/>
            <a:ext cx="354013" cy="355600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椭圆 17"/>
          <p:cNvSpPr/>
          <p:nvPr/>
        </p:nvSpPr>
        <p:spPr>
          <a:xfrm>
            <a:off x="3692525" y="2868613"/>
            <a:ext cx="227013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椭圆 18"/>
          <p:cNvSpPr/>
          <p:nvPr/>
        </p:nvSpPr>
        <p:spPr>
          <a:xfrm>
            <a:off x="3883025" y="3216275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椭圆 19"/>
          <p:cNvSpPr/>
          <p:nvPr/>
        </p:nvSpPr>
        <p:spPr>
          <a:xfrm>
            <a:off x="2239963" y="2552700"/>
            <a:ext cx="579438" cy="5810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椭圆 20"/>
          <p:cNvSpPr/>
          <p:nvPr/>
        </p:nvSpPr>
        <p:spPr>
          <a:xfrm>
            <a:off x="1006475" y="3894138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椭圆 21"/>
          <p:cNvSpPr/>
          <p:nvPr/>
        </p:nvSpPr>
        <p:spPr>
          <a:xfrm>
            <a:off x="1196975" y="4178300"/>
            <a:ext cx="354013" cy="354013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椭圆 22"/>
          <p:cNvSpPr/>
          <p:nvPr/>
        </p:nvSpPr>
        <p:spPr>
          <a:xfrm>
            <a:off x="1670050" y="4430713"/>
            <a:ext cx="515938" cy="515938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椭圆 23"/>
          <p:cNvSpPr/>
          <p:nvPr/>
        </p:nvSpPr>
        <p:spPr>
          <a:xfrm>
            <a:off x="2333625" y="4841875"/>
            <a:ext cx="227013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椭圆 24"/>
          <p:cNvSpPr/>
          <p:nvPr/>
        </p:nvSpPr>
        <p:spPr>
          <a:xfrm>
            <a:off x="2460625" y="4430713"/>
            <a:ext cx="354013" cy="354013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椭圆 25"/>
          <p:cNvSpPr/>
          <p:nvPr/>
        </p:nvSpPr>
        <p:spPr>
          <a:xfrm>
            <a:off x="2776538" y="4873625"/>
            <a:ext cx="225425" cy="225425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椭圆 26"/>
          <p:cNvSpPr/>
          <p:nvPr/>
        </p:nvSpPr>
        <p:spPr>
          <a:xfrm>
            <a:off x="3060700" y="4367213"/>
            <a:ext cx="515938" cy="515938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8" name="椭圆 27"/>
          <p:cNvSpPr/>
          <p:nvPr/>
        </p:nvSpPr>
        <p:spPr>
          <a:xfrm>
            <a:off x="3756025" y="4241800"/>
            <a:ext cx="355600" cy="354013"/>
          </a:xfrm>
          <a:prstGeom prst="ellipse">
            <a:avLst/>
          </a:pr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燕尾形 28"/>
          <p:cNvSpPr/>
          <p:nvPr/>
        </p:nvSpPr>
        <p:spPr>
          <a:xfrm>
            <a:off x="4111625" y="2755900"/>
            <a:ext cx="1041400" cy="1987550"/>
          </a:xfrm>
          <a:prstGeom prst="chevron">
            <a:avLst>
              <a:gd name="adj" fmla="val 62310"/>
            </a:avLst>
          </a:prstGeom>
          <a:solidFill>
            <a:srgbClr val="4B649F"/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0" name="任意多边形 29"/>
          <p:cNvSpPr/>
          <p:nvPr/>
        </p:nvSpPr>
        <p:spPr>
          <a:xfrm>
            <a:off x="5153025" y="2755900"/>
            <a:ext cx="2841625" cy="1989138"/>
          </a:xfrm>
          <a:custGeom>
            <a:avLst/>
            <a:gdLst>
              <a:gd name="connsiteX0" fmla="*/ 0 w 2841299"/>
              <a:gd name="connsiteY0" fmla="*/ 0 h 1988909"/>
              <a:gd name="connsiteX1" fmla="*/ 2841299 w 2841299"/>
              <a:gd name="connsiteY1" fmla="*/ 0 h 1988909"/>
              <a:gd name="connsiteX2" fmla="*/ 2841299 w 2841299"/>
              <a:gd name="connsiteY2" fmla="*/ 1988909 h 1988909"/>
              <a:gd name="connsiteX3" fmla="*/ 0 w 2841299"/>
              <a:gd name="connsiteY3" fmla="*/ 1988909 h 1988909"/>
              <a:gd name="connsiteX4" fmla="*/ 0 w 2841299"/>
              <a:gd name="connsiteY4" fmla="*/ 0 h 1988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299" h="1988909">
                <a:moveTo>
                  <a:pt x="0" y="0"/>
                </a:moveTo>
                <a:lnTo>
                  <a:pt x="2841299" y="0"/>
                </a:lnTo>
                <a:lnTo>
                  <a:pt x="2841299" y="1988909"/>
                </a:lnTo>
                <a:lnTo>
                  <a:pt x="0" y="198890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5400" tIns="25400" rIns="25400" bIns="25400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8890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1">
                <a:solidFill>
                  <a:srgbClr val="A6A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2two_num.asm</a:t>
            </a:r>
          </a:p>
          <a:p>
            <a:pPr marL="0" marR="0" lvl="0" indent="0" algn="ctr" defTabSz="8890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rgbClr val="A6A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实现任意两个数的四则运算</a:t>
            </a:r>
          </a:p>
        </p:txBody>
      </p:sp>
      <p:sp>
        <p:nvSpPr>
          <p:cNvPr id="31" name="燕尾形 30"/>
          <p:cNvSpPr/>
          <p:nvPr/>
        </p:nvSpPr>
        <p:spPr>
          <a:xfrm>
            <a:off x="7994650" y="2755900"/>
            <a:ext cx="1041400" cy="1987550"/>
          </a:xfrm>
          <a:prstGeom prst="chevron">
            <a:avLst>
              <a:gd name="adj" fmla="val 62310"/>
            </a:avLst>
          </a:prstGeom>
          <a:solidFill>
            <a:srgbClr val="4B649F"/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2" name="任意多边形 31"/>
          <p:cNvSpPr/>
          <p:nvPr/>
        </p:nvSpPr>
        <p:spPr>
          <a:xfrm>
            <a:off x="9150350" y="2590800"/>
            <a:ext cx="2414588" cy="2414588"/>
          </a:xfrm>
          <a:custGeom>
            <a:avLst/>
            <a:gdLst>
              <a:gd name="connsiteX0" fmla="*/ 0 w 2415104"/>
              <a:gd name="connsiteY0" fmla="*/ 1207552 h 2415104"/>
              <a:gd name="connsiteX1" fmla="*/ 1207552 w 2415104"/>
              <a:gd name="connsiteY1" fmla="*/ 0 h 2415104"/>
              <a:gd name="connsiteX2" fmla="*/ 2415104 w 2415104"/>
              <a:gd name="connsiteY2" fmla="*/ 1207552 h 2415104"/>
              <a:gd name="connsiteX3" fmla="*/ 1207552 w 2415104"/>
              <a:gd name="connsiteY3" fmla="*/ 2415104 h 2415104"/>
              <a:gd name="connsiteX4" fmla="*/ 0 w 2415104"/>
              <a:gd name="connsiteY4" fmla="*/ 1207552 h 241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104" h="2415104">
                <a:moveTo>
                  <a:pt x="0" y="1207552"/>
                </a:moveTo>
                <a:cubicBezTo>
                  <a:pt x="0" y="540639"/>
                  <a:pt x="540639" y="0"/>
                  <a:pt x="1207552" y="0"/>
                </a:cubicBezTo>
                <a:cubicBezTo>
                  <a:pt x="1874465" y="0"/>
                  <a:pt x="2415104" y="540639"/>
                  <a:pt x="2415104" y="1207552"/>
                </a:cubicBezTo>
                <a:cubicBezTo>
                  <a:pt x="2415104" y="1874465"/>
                  <a:pt x="1874465" y="2415104"/>
                  <a:pt x="1207552" y="2415104"/>
                </a:cubicBezTo>
                <a:cubicBezTo>
                  <a:pt x="540639" y="2415104"/>
                  <a:pt x="0" y="1874465"/>
                  <a:pt x="0" y="1207552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353684" tIns="353684" rIns="353684" bIns="353684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8890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3Expression.asm</a:t>
            </a:r>
          </a:p>
          <a:p>
            <a:pPr marL="0" marR="0" lvl="0" indent="0" algn="ctr" defTabSz="8890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lt"/>
              </a:rPr>
              <a:t>实现带括号的复杂表达式运算</a:t>
            </a: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493E8E3C-308C-DA9B-7E01-61AEA0B28EE1}"/>
              </a:ext>
            </a:extLst>
          </p:cNvPr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BE2D639E-9C05-163E-3549-8A52AB26A25D}"/>
              </a:ext>
            </a:extLst>
          </p:cNvPr>
          <p:cNvSpPr txBox="1"/>
          <p:nvPr/>
        </p:nvSpPr>
        <p:spPr>
          <a:xfrm>
            <a:off x="1738313" y="55245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功能演进</a:t>
            </a:r>
          </a:p>
        </p:txBody>
      </p:sp>
      <p:pic>
        <p:nvPicPr>
          <p:cNvPr id="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419E37E7-7AB6-F4A9-BC19-63247B0D71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KSO_Shape"/>
          <p:cNvSpPr/>
          <p:nvPr/>
        </p:nvSpPr>
        <p:spPr>
          <a:xfrm>
            <a:off x="6019800" y="2605088"/>
            <a:ext cx="3254375" cy="3205162"/>
          </a:xfrm>
          <a:custGeom>
            <a:avLst/>
            <a:gdLst/>
            <a:ahLst/>
            <a:cxnLst>
              <a:cxn ang="0">
                <a:pos x="2167067" y="786158"/>
              </a:cxn>
              <a:cxn ang="0">
                <a:pos x="783909" y="2169511"/>
              </a:cxn>
              <a:cxn ang="0">
                <a:pos x="2167067" y="3552863"/>
              </a:cxn>
              <a:cxn ang="0">
                <a:pos x="3550226" y="2169511"/>
              </a:cxn>
              <a:cxn ang="0">
                <a:pos x="2167067" y="786158"/>
              </a:cxn>
              <a:cxn ang="0">
                <a:pos x="1989595" y="0"/>
              </a:cxn>
              <a:cxn ang="0">
                <a:pos x="2344541" y="0"/>
              </a:cxn>
              <a:cxn ang="0">
                <a:pos x="2421685" y="437627"/>
              </a:cxn>
              <a:cxn ang="0">
                <a:pos x="3085100" y="679122"/>
              </a:cxn>
              <a:cxn ang="0">
                <a:pos x="3425456" y="393476"/>
              </a:cxn>
              <a:cxn ang="0">
                <a:pos x="3697359" y="621665"/>
              </a:cxn>
              <a:cxn ang="0">
                <a:pos x="3475193" y="1006497"/>
              </a:cxn>
              <a:cxn ang="0">
                <a:pos x="3828186" y="1617988"/>
              </a:cxn>
              <a:cxn ang="0">
                <a:pos x="4272500" y="1617978"/>
              </a:cxn>
              <a:cxn ang="0">
                <a:pos x="4334135" y="1967582"/>
              </a:cxn>
              <a:cxn ang="0">
                <a:pos x="3916614" y="2119556"/>
              </a:cxn>
              <a:cxn ang="0">
                <a:pos x="3794020" y="2814918"/>
              </a:cxn>
              <a:cxn ang="0">
                <a:pos x="4134391" y="3100551"/>
              </a:cxn>
              <a:cxn ang="0">
                <a:pos x="3956919" y="3407986"/>
              </a:cxn>
              <a:cxn ang="0">
                <a:pos x="3539407" y="3255989"/>
              </a:cxn>
              <a:cxn ang="0">
                <a:pos x="2998587" y="3709854"/>
              </a:cxn>
              <a:cxn ang="0">
                <a:pos x="3075753" y="4147478"/>
              </a:cxn>
              <a:cxn ang="0">
                <a:pos x="2742210" y="4268895"/>
              </a:cxn>
              <a:cxn ang="0">
                <a:pos x="2520062" y="3884048"/>
              </a:cxn>
              <a:cxn ang="0">
                <a:pos x="1814072" y="3884048"/>
              </a:cxn>
              <a:cxn ang="0">
                <a:pos x="1591927" y="4268895"/>
              </a:cxn>
              <a:cxn ang="0">
                <a:pos x="1258385" y="4147478"/>
              </a:cxn>
              <a:cxn ang="0">
                <a:pos x="1335551" y="3709854"/>
              </a:cxn>
              <a:cxn ang="0">
                <a:pos x="794734" y="3255989"/>
              </a:cxn>
              <a:cxn ang="0">
                <a:pos x="377218" y="3407986"/>
              </a:cxn>
              <a:cxn ang="0">
                <a:pos x="199744" y="3100551"/>
              </a:cxn>
              <a:cxn ang="0">
                <a:pos x="540114" y="2814918"/>
              </a:cxn>
              <a:cxn ang="0">
                <a:pos x="417521" y="2119556"/>
              </a:cxn>
              <a:cxn ang="0">
                <a:pos x="0" y="1967582"/>
              </a:cxn>
              <a:cxn ang="0">
                <a:pos x="61635" y="1617978"/>
              </a:cxn>
              <a:cxn ang="0">
                <a:pos x="505949" y="1617988"/>
              </a:cxn>
              <a:cxn ang="0">
                <a:pos x="858943" y="1006497"/>
              </a:cxn>
              <a:cxn ang="0">
                <a:pos x="636777" y="621665"/>
              </a:cxn>
              <a:cxn ang="0">
                <a:pos x="908683" y="393476"/>
              </a:cxn>
              <a:cxn ang="0">
                <a:pos x="1249038" y="679122"/>
              </a:cxn>
              <a:cxn ang="0">
                <a:pos x="1912451" y="437627"/>
              </a:cxn>
              <a:cxn ang="0">
                <a:pos x="1989595" y="0"/>
              </a:cxn>
            </a:cxnLst>
            <a:rect l="0" t="0" r="0" b="0"/>
            <a:pathLst>
              <a:path w="2443615" h="2406492">
                <a:moveTo>
                  <a:pt x="1221807" y="443178"/>
                </a:moveTo>
                <a:cubicBezTo>
                  <a:pt x="791117" y="443178"/>
                  <a:pt x="441973" y="792322"/>
                  <a:pt x="441973" y="1223012"/>
                </a:cubicBezTo>
                <a:cubicBezTo>
                  <a:pt x="441973" y="1653702"/>
                  <a:pt x="791117" y="2002846"/>
                  <a:pt x="1221807" y="2002846"/>
                </a:cubicBezTo>
                <a:cubicBezTo>
                  <a:pt x="1652497" y="2002846"/>
                  <a:pt x="2001641" y="1653702"/>
                  <a:pt x="2001641" y="1223012"/>
                </a:cubicBezTo>
                <a:cubicBezTo>
                  <a:pt x="2001641" y="792322"/>
                  <a:pt x="1652497" y="443178"/>
                  <a:pt x="1221807" y="443178"/>
                </a:cubicBezTo>
                <a:close/>
                <a:moveTo>
                  <a:pt x="1121747" y="0"/>
                </a:moveTo>
                <a:lnTo>
                  <a:pt x="1321868" y="0"/>
                </a:lnTo>
                <a:lnTo>
                  <a:pt x="1365362" y="246702"/>
                </a:lnTo>
                <a:cubicBezTo>
                  <a:pt x="1497994" y="266203"/>
                  <a:pt x="1625261" y="312525"/>
                  <a:pt x="1739400" y="382840"/>
                </a:cubicBezTo>
                <a:lnTo>
                  <a:pt x="1931295" y="221813"/>
                </a:lnTo>
                <a:lnTo>
                  <a:pt x="2084596" y="350449"/>
                </a:lnTo>
                <a:lnTo>
                  <a:pt x="1959337" y="567390"/>
                </a:lnTo>
                <a:cubicBezTo>
                  <a:pt x="2048403" y="667584"/>
                  <a:pt x="2116120" y="784874"/>
                  <a:pt x="2158357" y="912104"/>
                </a:cubicBezTo>
                <a:lnTo>
                  <a:pt x="2408865" y="912098"/>
                </a:lnTo>
                <a:lnTo>
                  <a:pt x="2443615" y="1109179"/>
                </a:lnTo>
                <a:lnTo>
                  <a:pt x="2208214" y="1194851"/>
                </a:lnTo>
                <a:cubicBezTo>
                  <a:pt x="2212040" y="1328854"/>
                  <a:pt x="2188522" y="1462233"/>
                  <a:pt x="2139095" y="1586846"/>
                </a:cubicBezTo>
                <a:lnTo>
                  <a:pt x="2330998" y="1747864"/>
                </a:lnTo>
                <a:lnTo>
                  <a:pt x="2230938" y="1921175"/>
                </a:lnTo>
                <a:lnTo>
                  <a:pt x="1995541" y="1835490"/>
                </a:lnTo>
                <a:cubicBezTo>
                  <a:pt x="1912336" y="1940602"/>
                  <a:pt x="1808586" y="2027658"/>
                  <a:pt x="1690623" y="2091346"/>
                </a:cubicBezTo>
                <a:lnTo>
                  <a:pt x="1734130" y="2338046"/>
                </a:lnTo>
                <a:lnTo>
                  <a:pt x="1546077" y="2406492"/>
                </a:lnTo>
                <a:lnTo>
                  <a:pt x="1420828" y="2189544"/>
                </a:lnTo>
                <a:cubicBezTo>
                  <a:pt x="1289525" y="2216580"/>
                  <a:pt x="1154089" y="2216580"/>
                  <a:pt x="1022786" y="2189544"/>
                </a:cubicBezTo>
                <a:lnTo>
                  <a:pt x="897539" y="2406492"/>
                </a:lnTo>
                <a:lnTo>
                  <a:pt x="709486" y="2338046"/>
                </a:lnTo>
                <a:lnTo>
                  <a:pt x="752993" y="2091346"/>
                </a:lnTo>
                <a:cubicBezTo>
                  <a:pt x="635030" y="2027658"/>
                  <a:pt x="531280" y="1940601"/>
                  <a:pt x="448076" y="1835490"/>
                </a:cubicBezTo>
                <a:lnTo>
                  <a:pt x="212678" y="1921175"/>
                </a:lnTo>
                <a:lnTo>
                  <a:pt x="112617" y="1747864"/>
                </a:lnTo>
                <a:lnTo>
                  <a:pt x="304520" y="1586846"/>
                </a:lnTo>
                <a:cubicBezTo>
                  <a:pt x="255094" y="1462233"/>
                  <a:pt x="231575" y="1328854"/>
                  <a:pt x="235401" y="1194851"/>
                </a:cubicBezTo>
                <a:lnTo>
                  <a:pt x="0" y="1109179"/>
                </a:lnTo>
                <a:lnTo>
                  <a:pt x="34750" y="912098"/>
                </a:lnTo>
                <a:lnTo>
                  <a:pt x="285257" y="912104"/>
                </a:lnTo>
                <a:cubicBezTo>
                  <a:pt x="327494" y="784874"/>
                  <a:pt x="395211" y="667583"/>
                  <a:pt x="484278" y="567390"/>
                </a:cubicBezTo>
                <a:lnTo>
                  <a:pt x="359019" y="350449"/>
                </a:lnTo>
                <a:lnTo>
                  <a:pt x="512321" y="221813"/>
                </a:lnTo>
                <a:lnTo>
                  <a:pt x="704216" y="382840"/>
                </a:lnTo>
                <a:cubicBezTo>
                  <a:pt x="818353" y="312525"/>
                  <a:pt x="945621" y="266204"/>
                  <a:pt x="1078253" y="246702"/>
                </a:cubicBezTo>
                <a:lnTo>
                  <a:pt x="1121747" y="0"/>
                </a:lnTo>
                <a:close/>
              </a:path>
            </a:pathLst>
          </a:custGeom>
          <a:solidFill>
            <a:srgbClr val="4B64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4" name="KSO_Shape"/>
          <p:cNvSpPr/>
          <p:nvPr/>
        </p:nvSpPr>
        <p:spPr>
          <a:xfrm>
            <a:off x="4267200" y="1751013"/>
            <a:ext cx="2206625" cy="2173287"/>
          </a:xfrm>
          <a:custGeom>
            <a:avLst/>
            <a:gdLst/>
            <a:ahLst/>
            <a:cxnLst>
              <a:cxn ang="0">
                <a:pos x="996310" y="361446"/>
              </a:cxn>
              <a:cxn ang="0">
                <a:pos x="360402" y="997461"/>
              </a:cxn>
              <a:cxn ang="0">
                <a:pos x="996310" y="1633476"/>
              </a:cxn>
              <a:cxn ang="0">
                <a:pos x="1632217" y="997461"/>
              </a:cxn>
              <a:cxn ang="0">
                <a:pos x="996310" y="361446"/>
              </a:cxn>
              <a:cxn ang="0">
                <a:pos x="914716" y="0"/>
              </a:cxn>
              <a:cxn ang="0">
                <a:pos x="1077903" y="0"/>
              </a:cxn>
              <a:cxn ang="0">
                <a:pos x="1113370" y="201205"/>
              </a:cxn>
              <a:cxn ang="0">
                <a:pos x="1418375" y="312235"/>
              </a:cxn>
              <a:cxn ang="0">
                <a:pos x="1574854" y="180906"/>
              </a:cxn>
              <a:cxn ang="0">
                <a:pos x="1699862" y="285818"/>
              </a:cxn>
              <a:cxn ang="0">
                <a:pos x="1597720" y="462750"/>
              </a:cxn>
              <a:cxn ang="0">
                <a:pos x="1760009" y="743891"/>
              </a:cxn>
              <a:cxn ang="0">
                <a:pos x="1964282" y="743887"/>
              </a:cxn>
              <a:cxn ang="0">
                <a:pos x="1992619" y="904621"/>
              </a:cxn>
              <a:cxn ang="0">
                <a:pos x="1800664" y="974494"/>
              </a:cxn>
              <a:cxn ang="0">
                <a:pos x="1744302" y="1294196"/>
              </a:cxn>
              <a:cxn ang="0">
                <a:pos x="1900788" y="1425518"/>
              </a:cxn>
              <a:cxn ang="0">
                <a:pos x="1819194" y="1566867"/>
              </a:cxn>
              <a:cxn ang="0">
                <a:pos x="1627243" y="1496985"/>
              </a:cxn>
              <a:cxn ang="0">
                <a:pos x="1378601" y="1705655"/>
              </a:cxn>
              <a:cxn ang="0">
                <a:pos x="1414078" y="1906858"/>
              </a:cxn>
              <a:cxn ang="0">
                <a:pos x="1260732" y="1962680"/>
              </a:cxn>
              <a:cxn ang="0">
                <a:pos x="1158599" y="1785743"/>
              </a:cxn>
              <a:cxn ang="0">
                <a:pos x="834020" y="1785743"/>
              </a:cxn>
              <a:cxn ang="0">
                <a:pos x="731889" y="1962680"/>
              </a:cxn>
              <a:cxn ang="0">
                <a:pos x="578543" y="1906858"/>
              </a:cxn>
              <a:cxn ang="0">
                <a:pos x="614020" y="1705655"/>
              </a:cxn>
              <a:cxn ang="0">
                <a:pos x="365379" y="1496985"/>
              </a:cxn>
              <a:cxn ang="0">
                <a:pos x="173426" y="1566867"/>
              </a:cxn>
              <a:cxn ang="0">
                <a:pos x="91832" y="1425518"/>
              </a:cxn>
              <a:cxn ang="0">
                <a:pos x="248318" y="1294196"/>
              </a:cxn>
              <a:cxn ang="0">
                <a:pos x="191955" y="974494"/>
              </a:cxn>
              <a:cxn ang="0">
                <a:pos x="0" y="904621"/>
              </a:cxn>
              <a:cxn ang="0">
                <a:pos x="28337" y="743887"/>
              </a:cxn>
              <a:cxn ang="0">
                <a:pos x="232610" y="743891"/>
              </a:cxn>
              <a:cxn ang="0">
                <a:pos x="394899" y="462750"/>
              </a:cxn>
              <a:cxn ang="0">
                <a:pos x="292758" y="285818"/>
              </a:cxn>
              <a:cxn ang="0">
                <a:pos x="417766" y="180906"/>
              </a:cxn>
              <a:cxn ang="0">
                <a:pos x="574246" y="312235"/>
              </a:cxn>
              <a:cxn ang="0">
                <a:pos x="879249" y="201205"/>
              </a:cxn>
              <a:cxn ang="0">
                <a:pos x="914716" y="0"/>
              </a:cxn>
            </a:cxnLst>
            <a:rect l="0" t="0" r="0" b="0"/>
            <a:pathLst>
              <a:path w="2443615" h="2406492">
                <a:moveTo>
                  <a:pt x="1221807" y="443178"/>
                </a:moveTo>
                <a:cubicBezTo>
                  <a:pt x="791117" y="443178"/>
                  <a:pt x="441973" y="792322"/>
                  <a:pt x="441973" y="1223012"/>
                </a:cubicBezTo>
                <a:cubicBezTo>
                  <a:pt x="441973" y="1653702"/>
                  <a:pt x="791117" y="2002846"/>
                  <a:pt x="1221807" y="2002846"/>
                </a:cubicBezTo>
                <a:cubicBezTo>
                  <a:pt x="1652497" y="2002846"/>
                  <a:pt x="2001641" y="1653702"/>
                  <a:pt x="2001641" y="1223012"/>
                </a:cubicBezTo>
                <a:cubicBezTo>
                  <a:pt x="2001641" y="792322"/>
                  <a:pt x="1652497" y="443178"/>
                  <a:pt x="1221807" y="443178"/>
                </a:cubicBezTo>
                <a:close/>
                <a:moveTo>
                  <a:pt x="1121747" y="0"/>
                </a:moveTo>
                <a:lnTo>
                  <a:pt x="1321868" y="0"/>
                </a:lnTo>
                <a:lnTo>
                  <a:pt x="1365362" y="246702"/>
                </a:lnTo>
                <a:cubicBezTo>
                  <a:pt x="1497994" y="266203"/>
                  <a:pt x="1625261" y="312525"/>
                  <a:pt x="1739400" y="382840"/>
                </a:cubicBezTo>
                <a:lnTo>
                  <a:pt x="1931295" y="221813"/>
                </a:lnTo>
                <a:lnTo>
                  <a:pt x="2084596" y="350449"/>
                </a:lnTo>
                <a:lnTo>
                  <a:pt x="1959337" y="567390"/>
                </a:lnTo>
                <a:cubicBezTo>
                  <a:pt x="2048403" y="667584"/>
                  <a:pt x="2116120" y="784874"/>
                  <a:pt x="2158357" y="912104"/>
                </a:cubicBezTo>
                <a:lnTo>
                  <a:pt x="2408865" y="912098"/>
                </a:lnTo>
                <a:lnTo>
                  <a:pt x="2443615" y="1109179"/>
                </a:lnTo>
                <a:lnTo>
                  <a:pt x="2208214" y="1194851"/>
                </a:lnTo>
                <a:cubicBezTo>
                  <a:pt x="2212040" y="1328854"/>
                  <a:pt x="2188522" y="1462233"/>
                  <a:pt x="2139095" y="1586846"/>
                </a:cubicBezTo>
                <a:lnTo>
                  <a:pt x="2330998" y="1747864"/>
                </a:lnTo>
                <a:lnTo>
                  <a:pt x="2230938" y="1921175"/>
                </a:lnTo>
                <a:lnTo>
                  <a:pt x="1995541" y="1835490"/>
                </a:lnTo>
                <a:cubicBezTo>
                  <a:pt x="1912336" y="1940602"/>
                  <a:pt x="1808586" y="2027658"/>
                  <a:pt x="1690623" y="2091346"/>
                </a:cubicBezTo>
                <a:lnTo>
                  <a:pt x="1734130" y="2338046"/>
                </a:lnTo>
                <a:lnTo>
                  <a:pt x="1546077" y="2406492"/>
                </a:lnTo>
                <a:lnTo>
                  <a:pt x="1420828" y="2189544"/>
                </a:lnTo>
                <a:cubicBezTo>
                  <a:pt x="1289525" y="2216580"/>
                  <a:pt x="1154089" y="2216580"/>
                  <a:pt x="1022786" y="2189544"/>
                </a:cubicBezTo>
                <a:lnTo>
                  <a:pt x="897539" y="2406492"/>
                </a:lnTo>
                <a:lnTo>
                  <a:pt x="709486" y="2338046"/>
                </a:lnTo>
                <a:lnTo>
                  <a:pt x="752993" y="2091346"/>
                </a:lnTo>
                <a:cubicBezTo>
                  <a:pt x="635030" y="2027658"/>
                  <a:pt x="531280" y="1940601"/>
                  <a:pt x="448076" y="1835490"/>
                </a:cubicBezTo>
                <a:lnTo>
                  <a:pt x="212678" y="1921175"/>
                </a:lnTo>
                <a:lnTo>
                  <a:pt x="112617" y="1747864"/>
                </a:lnTo>
                <a:lnTo>
                  <a:pt x="304520" y="1586846"/>
                </a:lnTo>
                <a:cubicBezTo>
                  <a:pt x="255094" y="1462233"/>
                  <a:pt x="231575" y="1328854"/>
                  <a:pt x="235401" y="1194851"/>
                </a:cubicBezTo>
                <a:lnTo>
                  <a:pt x="0" y="1109179"/>
                </a:lnTo>
                <a:lnTo>
                  <a:pt x="34750" y="912098"/>
                </a:lnTo>
                <a:lnTo>
                  <a:pt x="285257" y="912104"/>
                </a:lnTo>
                <a:cubicBezTo>
                  <a:pt x="327494" y="784874"/>
                  <a:pt x="395211" y="667583"/>
                  <a:pt x="484278" y="567390"/>
                </a:cubicBezTo>
                <a:lnTo>
                  <a:pt x="359019" y="350449"/>
                </a:lnTo>
                <a:lnTo>
                  <a:pt x="512321" y="221813"/>
                </a:lnTo>
                <a:lnTo>
                  <a:pt x="704216" y="382840"/>
                </a:lnTo>
                <a:cubicBezTo>
                  <a:pt x="818353" y="312525"/>
                  <a:pt x="945621" y="266204"/>
                  <a:pt x="1078253" y="246702"/>
                </a:cubicBezTo>
                <a:lnTo>
                  <a:pt x="1121747" y="0"/>
                </a:lnTo>
                <a:close/>
              </a:path>
            </a:pathLst>
          </a:custGeom>
          <a:solidFill>
            <a:srgbClr val="4B64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" name="KSO_Shape"/>
          <p:cNvSpPr/>
          <p:nvPr/>
        </p:nvSpPr>
        <p:spPr>
          <a:xfrm>
            <a:off x="3227388" y="3636963"/>
            <a:ext cx="1627187" cy="1601787"/>
          </a:xfrm>
          <a:custGeom>
            <a:avLst/>
            <a:gdLst/>
            <a:ahLst/>
            <a:cxnLst>
              <a:cxn ang="0">
                <a:pos x="541766" y="196345"/>
              </a:cxn>
              <a:cxn ang="0">
                <a:pos x="195977" y="541840"/>
              </a:cxn>
              <a:cxn ang="0">
                <a:pos x="541766" y="887336"/>
              </a:cxn>
              <a:cxn ang="0">
                <a:pos x="887556" y="541840"/>
              </a:cxn>
              <a:cxn ang="0">
                <a:pos x="541766" y="196345"/>
              </a:cxn>
              <a:cxn ang="0">
                <a:pos x="497399" y="0"/>
              </a:cxn>
              <a:cxn ang="0">
                <a:pos x="586135" y="0"/>
              </a:cxn>
              <a:cxn ang="0">
                <a:pos x="605420" y="109299"/>
              </a:cxn>
              <a:cxn ang="0">
                <a:pos x="771275" y="169612"/>
              </a:cxn>
              <a:cxn ang="0">
                <a:pos x="856364" y="98271"/>
              </a:cxn>
              <a:cxn ang="0">
                <a:pos x="924340" y="155262"/>
              </a:cxn>
              <a:cxn ang="0">
                <a:pos x="868797" y="251375"/>
              </a:cxn>
              <a:cxn ang="0">
                <a:pos x="957046" y="404096"/>
              </a:cxn>
              <a:cxn ang="0">
                <a:pos x="1068125" y="404094"/>
              </a:cxn>
              <a:cxn ang="0">
                <a:pos x="1083533" y="491408"/>
              </a:cxn>
              <a:cxn ang="0">
                <a:pos x="979153" y="529364"/>
              </a:cxn>
              <a:cxn ang="0">
                <a:pos x="948505" y="703033"/>
              </a:cxn>
              <a:cxn ang="0">
                <a:pos x="1033597" y="774370"/>
              </a:cxn>
              <a:cxn ang="0">
                <a:pos x="989230" y="851153"/>
              </a:cxn>
              <a:cxn ang="0">
                <a:pos x="884851" y="813191"/>
              </a:cxn>
              <a:cxn ang="0">
                <a:pos x="749646" y="926545"/>
              </a:cxn>
              <a:cxn ang="0">
                <a:pos x="768938" y="1035843"/>
              </a:cxn>
              <a:cxn ang="0">
                <a:pos x="685552" y="1066167"/>
              </a:cxn>
              <a:cxn ang="0">
                <a:pos x="630015" y="970050"/>
              </a:cxn>
              <a:cxn ang="0">
                <a:pos x="453517" y="970050"/>
              </a:cxn>
              <a:cxn ang="0">
                <a:pos x="397981" y="1066167"/>
              </a:cxn>
              <a:cxn ang="0">
                <a:pos x="314596" y="1035843"/>
              </a:cxn>
              <a:cxn ang="0">
                <a:pos x="333888" y="926545"/>
              </a:cxn>
              <a:cxn ang="0">
                <a:pos x="198683" y="813191"/>
              </a:cxn>
              <a:cxn ang="0">
                <a:pos x="94305" y="851153"/>
              </a:cxn>
              <a:cxn ang="0">
                <a:pos x="49936" y="774370"/>
              </a:cxn>
              <a:cxn ang="0">
                <a:pos x="135029" y="703033"/>
              </a:cxn>
              <a:cxn ang="0">
                <a:pos x="104380" y="529364"/>
              </a:cxn>
              <a:cxn ang="0">
                <a:pos x="0" y="491408"/>
              </a:cxn>
              <a:cxn ang="0">
                <a:pos x="15409" y="404094"/>
              </a:cxn>
              <a:cxn ang="0">
                <a:pos x="126487" y="404096"/>
              </a:cxn>
              <a:cxn ang="0">
                <a:pos x="214736" y="251375"/>
              </a:cxn>
              <a:cxn ang="0">
                <a:pos x="159194" y="155262"/>
              </a:cxn>
              <a:cxn ang="0">
                <a:pos x="227170" y="98271"/>
              </a:cxn>
              <a:cxn ang="0">
                <a:pos x="312259" y="169612"/>
              </a:cxn>
              <a:cxn ang="0">
                <a:pos x="478113" y="109299"/>
              </a:cxn>
              <a:cxn ang="0">
                <a:pos x="497399" y="0"/>
              </a:cxn>
            </a:cxnLst>
            <a:rect l="0" t="0" r="0" b="0"/>
            <a:pathLst>
              <a:path w="2443615" h="2406492">
                <a:moveTo>
                  <a:pt x="1221807" y="443178"/>
                </a:moveTo>
                <a:cubicBezTo>
                  <a:pt x="791117" y="443178"/>
                  <a:pt x="441973" y="792322"/>
                  <a:pt x="441973" y="1223012"/>
                </a:cubicBezTo>
                <a:cubicBezTo>
                  <a:pt x="441973" y="1653702"/>
                  <a:pt x="791117" y="2002846"/>
                  <a:pt x="1221807" y="2002846"/>
                </a:cubicBezTo>
                <a:cubicBezTo>
                  <a:pt x="1652497" y="2002846"/>
                  <a:pt x="2001641" y="1653702"/>
                  <a:pt x="2001641" y="1223012"/>
                </a:cubicBezTo>
                <a:cubicBezTo>
                  <a:pt x="2001641" y="792322"/>
                  <a:pt x="1652497" y="443178"/>
                  <a:pt x="1221807" y="443178"/>
                </a:cubicBezTo>
                <a:close/>
                <a:moveTo>
                  <a:pt x="1121747" y="0"/>
                </a:moveTo>
                <a:lnTo>
                  <a:pt x="1321868" y="0"/>
                </a:lnTo>
                <a:lnTo>
                  <a:pt x="1365362" y="246702"/>
                </a:lnTo>
                <a:cubicBezTo>
                  <a:pt x="1497994" y="266203"/>
                  <a:pt x="1625261" y="312525"/>
                  <a:pt x="1739400" y="382840"/>
                </a:cubicBezTo>
                <a:lnTo>
                  <a:pt x="1931295" y="221813"/>
                </a:lnTo>
                <a:lnTo>
                  <a:pt x="2084596" y="350449"/>
                </a:lnTo>
                <a:lnTo>
                  <a:pt x="1959337" y="567390"/>
                </a:lnTo>
                <a:cubicBezTo>
                  <a:pt x="2048403" y="667584"/>
                  <a:pt x="2116120" y="784874"/>
                  <a:pt x="2158357" y="912104"/>
                </a:cubicBezTo>
                <a:lnTo>
                  <a:pt x="2408865" y="912098"/>
                </a:lnTo>
                <a:lnTo>
                  <a:pt x="2443615" y="1109179"/>
                </a:lnTo>
                <a:lnTo>
                  <a:pt x="2208214" y="1194851"/>
                </a:lnTo>
                <a:cubicBezTo>
                  <a:pt x="2212040" y="1328854"/>
                  <a:pt x="2188522" y="1462233"/>
                  <a:pt x="2139095" y="1586846"/>
                </a:cubicBezTo>
                <a:lnTo>
                  <a:pt x="2330998" y="1747864"/>
                </a:lnTo>
                <a:lnTo>
                  <a:pt x="2230938" y="1921175"/>
                </a:lnTo>
                <a:lnTo>
                  <a:pt x="1995541" y="1835490"/>
                </a:lnTo>
                <a:cubicBezTo>
                  <a:pt x="1912336" y="1940602"/>
                  <a:pt x="1808586" y="2027658"/>
                  <a:pt x="1690623" y="2091346"/>
                </a:cubicBezTo>
                <a:lnTo>
                  <a:pt x="1734130" y="2338046"/>
                </a:lnTo>
                <a:lnTo>
                  <a:pt x="1546077" y="2406492"/>
                </a:lnTo>
                <a:lnTo>
                  <a:pt x="1420828" y="2189544"/>
                </a:lnTo>
                <a:cubicBezTo>
                  <a:pt x="1289525" y="2216580"/>
                  <a:pt x="1154089" y="2216580"/>
                  <a:pt x="1022786" y="2189544"/>
                </a:cubicBezTo>
                <a:lnTo>
                  <a:pt x="897539" y="2406492"/>
                </a:lnTo>
                <a:lnTo>
                  <a:pt x="709486" y="2338046"/>
                </a:lnTo>
                <a:lnTo>
                  <a:pt x="752993" y="2091346"/>
                </a:lnTo>
                <a:cubicBezTo>
                  <a:pt x="635030" y="2027658"/>
                  <a:pt x="531280" y="1940601"/>
                  <a:pt x="448076" y="1835490"/>
                </a:cubicBezTo>
                <a:lnTo>
                  <a:pt x="212678" y="1921175"/>
                </a:lnTo>
                <a:lnTo>
                  <a:pt x="112617" y="1747864"/>
                </a:lnTo>
                <a:lnTo>
                  <a:pt x="304520" y="1586846"/>
                </a:lnTo>
                <a:cubicBezTo>
                  <a:pt x="255094" y="1462233"/>
                  <a:pt x="231575" y="1328854"/>
                  <a:pt x="235401" y="1194851"/>
                </a:cubicBezTo>
                <a:lnTo>
                  <a:pt x="0" y="1109179"/>
                </a:lnTo>
                <a:lnTo>
                  <a:pt x="34750" y="912098"/>
                </a:lnTo>
                <a:lnTo>
                  <a:pt x="285257" y="912104"/>
                </a:lnTo>
                <a:cubicBezTo>
                  <a:pt x="327494" y="784874"/>
                  <a:pt x="395211" y="667583"/>
                  <a:pt x="484278" y="567390"/>
                </a:cubicBezTo>
                <a:lnTo>
                  <a:pt x="359019" y="350449"/>
                </a:lnTo>
                <a:lnTo>
                  <a:pt x="512321" y="221813"/>
                </a:lnTo>
                <a:lnTo>
                  <a:pt x="704216" y="382840"/>
                </a:lnTo>
                <a:cubicBezTo>
                  <a:pt x="818353" y="312525"/>
                  <a:pt x="945621" y="266204"/>
                  <a:pt x="1078253" y="246702"/>
                </a:cubicBezTo>
                <a:lnTo>
                  <a:pt x="1121747" y="0"/>
                </a:lnTo>
                <a:close/>
              </a:path>
            </a:pathLst>
          </a:custGeom>
          <a:solidFill>
            <a:srgbClr val="4B64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6" name="文本框 5"/>
          <p:cNvSpPr txBox="1"/>
          <p:nvPr/>
        </p:nvSpPr>
        <p:spPr>
          <a:xfrm>
            <a:off x="9274175" y="4721225"/>
            <a:ext cx="2917825" cy="13933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PLUS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：加法运算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MULTIPLY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：乘法运算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DIVIDE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：除法运算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CALCULATE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：运算调度器</a:t>
            </a:r>
          </a:p>
        </p:txBody>
      </p:sp>
      <p:sp>
        <p:nvSpPr>
          <p:cNvPr id="8197" name="文本框 6"/>
          <p:cNvSpPr txBox="1"/>
          <p:nvPr/>
        </p:nvSpPr>
        <p:spPr>
          <a:xfrm>
            <a:off x="9274175" y="4259263"/>
            <a:ext cx="1415772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E67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运算模块</a:t>
            </a:r>
            <a:endParaRPr lang="en-US" altLang="en-US" sz="2400" b="1" dirty="0">
              <a:solidFill>
                <a:srgbClr val="4E67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KSO_Shape"/>
          <p:cNvSpPr/>
          <p:nvPr/>
        </p:nvSpPr>
        <p:spPr bwMode="auto">
          <a:xfrm>
            <a:off x="7097713" y="3683000"/>
            <a:ext cx="1104900" cy="1049338"/>
          </a:xfrm>
          <a:custGeom>
            <a:avLst/>
            <a:gdLst/>
            <a:ahLst/>
            <a:cxnLst/>
            <a:rect l="0" t="0" r="r" b="b"/>
            <a:pathLst>
              <a:path w="1917701" h="1819275">
                <a:moveTo>
                  <a:pt x="711992" y="795933"/>
                </a:moveTo>
                <a:lnTo>
                  <a:pt x="722042" y="796197"/>
                </a:lnTo>
                <a:lnTo>
                  <a:pt x="731828" y="796462"/>
                </a:lnTo>
                <a:lnTo>
                  <a:pt x="742143" y="796991"/>
                </a:lnTo>
                <a:lnTo>
                  <a:pt x="751929" y="797784"/>
                </a:lnTo>
                <a:lnTo>
                  <a:pt x="761979" y="798577"/>
                </a:lnTo>
                <a:lnTo>
                  <a:pt x="771765" y="799635"/>
                </a:lnTo>
                <a:lnTo>
                  <a:pt x="781551" y="800957"/>
                </a:lnTo>
                <a:lnTo>
                  <a:pt x="791337" y="802544"/>
                </a:lnTo>
                <a:lnTo>
                  <a:pt x="800858" y="804130"/>
                </a:lnTo>
                <a:lnTo>
                  <a:pt x="810644" y="805981"/>
                </a:lnTo>
                <a:lnTo>
                  <a:pt x="820166" y="807832"/>
                </a:lnTo>
                <a:lnTo>
                  <a:pt x="829687" y="810212"/>
                </a:lnTo>
                <a:lnTo>
                  <a:pt x="839473" y="812592"/>
                </a:lnTo>
                <a:lnTo>
                  <a:pt x="848994" y="814972"/>
                </a:lnTo>
                <a:lnTo>
                  <a:pt x="858252" y="817616"/>
                </a:lnTo>
                <a:lnTo>
                  <a:pt x="867773" y="820525"/>
                </a:lnTo>
                <a:lnTo>
                  <a:pt x="886551" y="826871"/>
                </a:lnTo>
                <a:lnTo>
                  <a:pt x="905065" y="833746"/>
                </a:lnTo>
                <a:lnTo>
                  <a:pt x="923315" y="841415"/>
                </a:lnTo>
                <a:lnTo>
                  <a:pt x="941300" y="849612"/>
                </a:lnTo>
                <a:lnTo>
                  <a:pt x="959284" y="858603"/>
                </a:lnTo>
                <a:lnTo>
                  <a:pt x="976740" y="868122"/>
                </a:lnTo>
                <a:lnTo>
                  <a:pt x="993932" y="878170"/>
                </a:lnTo>
                <a:lnTo>
                  <a:pt x="1011123" y="889012"/>
                </a:lnTo>
                <a:lnTo>
                  <a:pt x="1003189" y="891392"/>
                </a:lnTo>
                <a:lnTo>
                  <a:pt x="995254" y="893772"/>
                </a:lnTo>
                <a:lnTo>
                  <a:pt x="987055" y="896416"/>
                </a:lnTo>
                <a:lnTo>
                  <a:pt x="979121" y="899325"/>
                </a:lnTo>
                <a:lnTo>
                  <a:pt x="971186" y="902762"/>
                </a:lnTo>
                <a:lnTo>
                  <a:pt x="962987" y="905936"/>
                </a:lnTo>
                <a:lnTo>
                  <a:pt x="955053" y="909638"/>
                </a:lnTo>
                <a:lnTo>
                  <a:pt x="947383" y="913604"/>
                </a:lnTo>
                <a:lnTo>
                  <a:pt x="939448" y="917835"/>
                </a:lnTo>
                <a:lnTo>
                  <a:pt x="932043" y="922066"/>
                </a:lnTo>
                <a:lnTo>
                  <a:pt x="924637" y="926826"/>
                </a:lnTo>
                <a:lnTo>
                  <a:pt x="917231" y="931850"/>
                </a:lnTo>
                <a:lnTo>
                  <a:pt x="910090" y="936874"/>
                </a:lnTo>
                <a:lnTo>
                  <a:pt x="902949" y="942427"/>
                </a:lnTo>
                <a:lnTo>
                  <a:pt x="896073" y="948509"/>
                </a:lnTo>
                <a:lnTo>
                  <a:pt x="889461" y="954326"/>
                </a:lnTo>
                <a:lnTo>
                  <a:pt x="883113" y="960937"/>
                </a:lnTo>
                <a:lnTo>
                  <a:pt x="877030" y="967812"/>
                </a:lnTo>
                <a:lnTo>
                  <a:pt x="871211" y="974952"/>
                </a:lnTo>
                <a:lnTo>
                  <a:pt x="865393" y="982356"/>
                </a:lnTo>
                <a:lnTo>
                  <a:pt x="859838" y="990024"/>
                </a:lnTo>
                <a:lnTo>
                  <a:pt x="854813" y="998486"/>
                </a:lnTo>
                <a:lnTo>
                  <a:pt x="850052" y="1006683"/>
                </a:lnTo>
                <a:lnTo>
                  <a:pt x="845556" y="1015674"/>
                </a:lnTo>
                <a:lnTo>
                  <a:pt x="841324" y="1025193"/>
                </a:lnTo>
                <a:lnTo>
                  <a:pt x="837886" y="1034713"/>
                </a:lnTo>
                <a:lnTo>
                  <a:pt x="834183" y="1044761"/>
                </a:lnTo>
                <a:lnTo>
                  <a:pt x="831274" y="1055074"/>
                </a:lnTo>
                <a:lnTo>
                  <a:pt x="828629" y="1066180"/>
                </a:lnTo>
                <a:lnTo>
                  <a:pt x="826249" y="1077550"/>
                </a:lnTo>
                <a:lnTo>
                  <a:pt x="824398" y="1089185"/>
                </a:lnTo>
                <a:lnTo>
                  <a:pt x="823340" y="1101349"/>
                </a:lnTo>
                <a:lnTo>
                  <a:pt x="822017" y="1115893"/>
                </a:lnTo>
                <a:lnTo>
                  <a:pt x="821488" y="1129907"/>
                </a:lnTo>
                <a:lnTo>
                  <a:pt x="821488" y="1143129"/>
                </a:lnTo>
                <a:lnTo>
                  <a:pt x="821753" y="1156086"/>
                </a:lnTo>
                <a:lnTo>
                  <a:pt x="822546" y="1168514"/>
                </a:lnTo>
                <a:lnTo>
                  <a:pt x="824133" y="1180413"/>
                </a:lnTo>
                <a:lnTo>
                  <a:pt x="825984" y="1192048"/>
                </a:lnTo>
                <a:lnTo>
                  <a:pt x="828100" y="1203154"/>
                </a:lnTo>
                <a:lnTo>
                  <a:pt x="830745" y="1213731"/>
                </a:lnTo>
                <a:lnTo>
                  <a:pt x="833654" y="1224044"/>
                </a:lnTo>
                <a:lnTo>
                  <a:pt x="836828" y="1233828"/>
                </a:lnTo>
                <a:lnTo>
                  <a:pt x="840531" y="1243348"/>
                </a:lnTo>
                <a:lnTo>
                  <a:pt x="844763" y="1252338"/>
                </a:lnTo>
                <a:lnTo>
                  <a:pt x="848994" y="1260800"/>
                </a:lnTo>
                <a:lnTo>
                  <a:pt x="853491" y="1269262"/>
                </a:lnTo>
                <a:lnTo>
                  <a:pt x="858516" y="1276930"/>
                </a:lnTo>
                <a:lnTo>
                  <a:pt x="863806" y="1284334"/>
                </a:lnTo>
                <a:lnTo>
                  <a:pt x="869360" y="1291474"/>
                </a:lnTo>
                <a:lnTo>
                  <a:pt x="874914" y="1298349"/>
                </a:lnTo>
                <a:lnTo>
                  <a:pt x="880997" y="1304960"/>
                </a:lnTo>
                <a:lnTo>
                  <a:pt x="887080" y="1311042"/>
                </a:lnTo>
                <a:lnTo>
                  <a:pt x="893428" y="1316859"/>
                </a:lnTo>
                <a:lnTo>
                  <a:pt x="900040" y="1322412"/>
                </a:lnTo>
                <a:lnTo>
                  <a:pt x="906652" y="1327436"/>
                </a:lnTo>
                <a:lnTo>
                  <a:pt x="913264" y="1332196"/>
                </a:lnTo>
                <a:lnTo>
                  <a:pt x="920405" y="1336956"/>
                </a:lnTo>
                <a:lnTo>
                  <a:pt x="927546" y="1341187"/>
                </a:lnTo>
                <a:lnTo>
                  <a:pt x="934687" y="1345417"/>
                </a:lnTo>
                <a:lnTo>
                  <a:pt x="941828" y="1349119"/>
                </a:lnTo>
                <a:lnTo>
                  <a:pt x="949234" y="1352821"/>
                </a:lnTo>
                <a:lnTo>
                  <a:pt x="956904" y="1355995"/>
                </a:lnTo>
                <a:lnTo>
                  <a:pt x="964310" y="1358903"/>
                </a:lnTo>
                <a:lnTo>
                  <a:pt x="971715" y="1361812"/>
                </a:lnTo>
                <a:lnTo>
                  <a:pt x="979121" y="1364456"/>
                </a:lnTo>
                <a:lnTo>
                  <a:pt x="986526" y="1366836"/>
                </a:lnTo>
                <a:lnTo>
                  <a:pt x="993932" y="1368952"/>
                </a:lnTo>
                <a:lnTo>
                  <a:pt x="1008479" y="1372654"/>
                </a:lnTo>
                <a:lnTo>
                  <a:pt x="1023025" y="1375562"/>
                </a:lnTo>
                <a:lnTo>
                  <a:pt x="1037043" y="1378471"/>
                </a:lnTo>
                <a:lnTo>
                  <a:pt x="1050532" y="1380058"/>
                </a:lnTo>
                <a:lnTo>
                  <a:pt x="1063227" y="1381380"/>
                </a:lnTo>
                <a:lnTo>
                  <a:pt x="1075129" y="1382438"/>
                </a:lnTo>
                <a:lnTo>
                  <a:pt x="1086237" y="1382702"/>
                </a:lnTo>
                <a:lnTo>
                  <a:pt x="1096287" y="1383231"/>
                </a:lnTo>
                <a:lnTo>
                  <a:pt x="1105015" y="1383495"/>
                </a:lnTo>
                <a:lnTo>
                  <a:pt x="1112421" y="1383231"/>
                </a:lnTo>
                <a:lnTo>
                  <a:pt x="1122736" y="1382702"/>
                </a:lnTo>
                <a:lnTo>
                  <a:pt x="1126703" y="1382438"/>
                </a:lnTo>
                <a:lnTo>
                  <a:pt x="1126703" y="1394337"/>
                </a:lnTo>
                <a:lnTo>
                  <a:pt x="1126968" y="1406236"/>
                </a:lnTo>
                <a:lnTo>
                  <a:pt x="1127232" y="1417607"/>
                </a:lnTo>
                <a:lnTo>
                  <a:pt x="1128025" y="1428977"/>
                </a:lnTo>
                <a:lnTo>
                  <a:pt x="1129083" y="1439554"/>
                </a:lnTo>
                <a:lnTo>
                  <a:pt x="1130141" y="1450131"/>
                </a:lnTo>
                <a:lnTo>
                  <a:pt x="1131728" y="1460444"/>
                </a:lnTo>
                <a:lnTo>
                  <a:pt x="1133580" y="1470228"/>
                </a:lnTo>
                <a:lnTo>
                  <a:pt x="1135431" y="1480012"/>
                </a:lnTo>
                <a:lnTo>
                  <a:pt x="1137547" y="1489267"/>
                </a:lnTo>
                <a:lnTo>
                  <a:pt x="1139927" y="1498522"/>
                </a:lnTo>
                <a:lnTo>
                  <a:pt x="1142572" y="1507513"/>
                </a:lnTo>
                <a:lnTo>
                  <a:pt x="1145481" y="1515710"/>
                </a:lnTo>
                <a:lnTo>
                  <a:pt x="1148391" y="1524172"/>
                </a:lnTo>
                <a:lnTo>
                  <a:pt x="1151564" y="1532105"/>
                </a:lnTo>
                <a:lnTo>
                  <a:pt x="1155003" y="1539773"/>
                </a:lnTo>
                <a:lnTo>
                  <a:pt x="1158441" y="1547442"/>
                </a:lnTo>
                <a:lnTo>
                  <a:pt x="1162408" y="1554581"/>
                </a:lnTo>
                <a:lnTo>
                  <a:pt x="1166111" y="1561721"/>
                </a:lnTo>
                <a:lnTo>
                  <a:pt x="1170078" y="1568596"/>
                </a:lnTo>
                <a:lnTo>
                  <a:pt x="1174575" y="1575207"/>
                </a:lnTo>
                <a:lnTo>
                  <a:pt x="1178806" y="1581553"/>
                </a:lnTo>
                <a:lnTo>
                  <a:pt x="1183038" y="1587370"/>
                </a:lnTo>
                <a:lnTo>
                  <a:pt x="1187799" y="1593452"/>
                </a:lnTo>
                <a:lnTo>
                  <a:pt x="1192560" y="1599005"/>
                </a:lnTo>
                <a:lnTo>
                  <a:pt x="1197320" y="1604558"/>
                </a:lnTo>
                <a:lnTo>
                  <a:pt x="1202346" y="1609582"/>
                </a:lnTo>
                <a:lnTo>
                  <a:pt x="1207635" y="1614607"/>
                </a:lnTo>
                <a:lnTo>
                  <a:pt x="1212660" y="1619366"/>
                </a:lnTo>
                <a:lnTo>
                  <a:pt x="1217950" y="1624126"/>
                </a:lnTo>
                <a:lnTo>
                  <a:pt x="1223240" y="1628357"/>
                </a:lnTo>
                <a:lnTo>
                  <a:pt x="1229058" y="1632852"/>
                </a:lnTo>
                <a:lnTo>
                  <a:pt x="1234348" y="1636819"/>
                </a:lnTo>
                <a:lnTo>
                  <a:pt x="1239902" y="1640521"/>
                </a:lnTo>
                <a:lnTo>
                  <a:pt x="1245721" y="1644487"/>
                </a:lnTo>
                <a:lnTo>
                  <a:pt x="1251540" y="1647660"/>
                </a:lnTo>
                <a:lnTo>
                  <a:pt x="1263177" y="1654271"/>
                </a:lnTo>
                <a:lnTo>
                  <a:pt x="1274814" y="1660353"/>
                </a:lnTo>
                <a:lnTo>
                  <a:pt x="1286716" y="1665377"/>
                </a:lnTo>
                <a:lnTo>
                  <a:pt x="1298882" y="1670137"/>
                </a:lnTo>
                <a:lnTo>
                  <a:pt x="1310784" y="1673839"/>
                </a:lnTo>
                <a:lnTo>
                  <a:pt x="1322686" y="1677541"/>
                </a:lnTo>
                <a:lnTo>
                  <a:pt x="1334588" y="1680714"/>
                </a:lnTo>
                <a:lnTo>
                  <a:pt x="1346225" y="1683094"/>
                </a:lnTo>
                <a:lnTo>
                  <a:pt x="1357862" y="1685474"/>
                </a:lnTo>
                <a:lnTo>
                  <a:pt x="1368971" y="1687325"/>
                </a:lnTo>
                <a:lnTo>
                  <a:pt x="1380079" y="1688382"/>
                </a:lnTo>
                <a:lnTo>
                  <a:pt x="1390658" y="1689705"/>
                </a:lnTo>
                <a:lnTo>
                  <a:pt x="1401238" y="1690498"/>
                </a:lnTo>
                <a:lnTo>
                  <a:pt x="1411024" y="1690762"/>
                </a:lnTo>
                <a:lnTo>
                  <a:pt x="1411817" y="1709537"/>
                </a:lnTo>
                <a:lnTo>
                  <a:pt x="1412346" y="1728311"/>
                </a:lnTo>
                <a:lnTo>
                  <a:pt x="1412875" y="1747086"/>
                </a:lnTo>
                <a:lnTo>
                  <a:pt x="1412875" y="1766125"/>
                </a:lnTo>
                <a:lnTo>
                  <a:pt x="1412346" y="1792832"/>
                </a:lnTo>
                <a:lnTo>
                  <a:pt x="1411553" y="1819275"/>
                </a:lnTo>
                <a:lnTo>
                  <a:pt x="793" y="1811078"/>
                </a:lnTo>
                <a:lnTo>
                  <a:pt x="264" y="1784635"/>
                </a:lnTo>
                <a:lnTo>
                  <a:pt x="0" y="1757928"/>
                </a:lnTo>
                <a:lnTo>
                  <a:pt x="529" y="1733071"/>
                </a:lnTo>
                <a:lnTo>
                  <a:pt x="1058" y="1708215"/>
                </a:lnTo>
                <a:lnTo>
                  <a:pt x="2645" y="1683623"/>
                </a:lnTo>
                <a:lnTo>
                  <a:pt x="4232" y="1659031"/>
                </a:lnTo>
                <a:lnTo>
                  <a:pt x="6612" y="1634968"/>
                </a:lnTo>
                <a:lnTo>
                  <a:pt x="8992" y="1610905"/>
                </a:lnTo>
                <a:lnTo>
                  <a:pt x="12166" y="1587106"/>
                </a:lnTo>
                <a:lnTo>
                  <a:pt x="15340" y="1563307"/>
                </a:lnTo>
                <a:lnTo>
                  <a:pt x="19307" y="1539773"/>
                </a:lnTo>
                <a:lnTo>
                  <a:pt x="23804" y="1516503"/>
                </a:lnTo>
                <a:lnTo>
                  <a:pt x="28300" y="1493762"/>
                </a:lnTo>
                <a:lnTo>
                  <a:pt x="33590" y="1470757"/>
                </a:lnTo>
                <a:lnTo>
                  <a:pt x="38879" y="1448280"/>
                </a:lnTo>
                <a:lnTo>
                  <a:pt x="44962" y="1425804"/>
                </a:lnTo>
                <a:lnTo>
                  <a:pt x="51045" y="1403856"/>
                </a:lnTo>
                <a:lnTo>
                  <a:pt x="57658" y="1382173"/>
                </a:lnTo>
                <a:lnTo>
                  <a:pt x="64799" y="1360754"/>
                </a:lnTo>
                <a:lnTo>
                  <a:pt x="72204" y="1339336"/>
                </a:lnTo>
                <a:lnTo>
                  <a:pt x="79874" y="1318710"/>
                </a:lnTo>
                <a:lnTo>
                  <a:pt x="88073" y="1298085"/>
                </a:lnTo>
                <a:lnTo>
                  <a:pt x="96272" y="1277459"/>
                </a:lnTo>
                <a:lnTo>
                  <a:pt x="105265" y="1257627"/>
                </a:lnTo>
                <a:lnTo>
                  <a:pt x="114522" y="1238059"/>
                </a:lnTo>
                <a:lnTo>
                  <a:pt x="123779" y="1218491"/>
                </a:lnTo>
                <a:lnTo>
                  <a:pt x="133565" y="1199452"/>
                </a:lnTo>
                <a:lnTo>
                  <a:pt x="143615" y="1180678"/>
                </a:lnTo>
                <a:lnTo>
                  <a:pt x="153930" y="1162432"/>
                </a:lnTo>
                <a:lnTo>
                  <a:pt x="165038" y="1144451"/>
                </a:lnTo>
                <a:lnTo>
                  <a:pt x="176147" y="1126734"/>
                </a:lnTo>
                <a:lnTo>
                  <a:pt x="187255" y="1109546"/>
                </a:lnTo>
                <a:lnTo>
                  <a:pt x="198892" y="1092623"/>
                </a:lnTo>
                <a:lnTo>
                  <a:pt x="210794" y="1075964"/>
                </a:lnTo>
                <a:lnTo>
                  <a:pt x="222960" y="1059834"/>
                </a:lnTo>
                <a:lnTo>
                  <a:pt x="235391" y="1044232"/>
                </a:lnTo>
                <a:lnTo>
                  <a:pt x="248351" y="1028895"/>
                </a:lnTo>
                <a:lnTo>
                  <a:pt x="261310" y="1013823"/>
                </a:lnTo>
                <a:lnTo>
                  <a:pt x="274799" y="999544"/>
                </a:lnTo>
                <a:lnTo>
                  <a:pt x="288288" y="985529"/>
                </a:lnTo>
                <a:lnTo>
                  <a:pt x="302041" y="971779"/>
                </a:lnTo>
                <a:lnTo>
                  <a:pt x="316059" y="958557"/>
                </a:lnTo>
                <a:lnTo>
                  <a:pt x="330341" y="946129"/>
                </a:lnTo>
                <a:lnTo>
                  <a:pt x="344888" y="933965"/>
                </a:lnTo>
                <a:lnTo>
                  <a:pt x="359963" y="922066"/>
                </a:lnTo>
                <a:lnTo>
                  <a:pt x="374774" y="910695"/>
                </a:lnTo>
                <a:lnTo>
                  <a:pt x="389850" y="899589"/>
                </a:lnTo>
                <a:lnTo>
                  <a:pt x="405454" y="889541"/>
                </a:lnTo>
                <a:lnTo>
                  <a:pt x="420794" y="879757"/>
                </a:lnTo>
                <a:lnTo>
                  <a:pt x="436664" y="870238"/>
                </a:lnTo>
                <a:lnTo>
                  <a:pt x="452533" y="861511"/>
                </a:lnTo>
                <a:lnTo>
                  <a:pt x="468666" y="853314"/>
                </a:lnTo>
                <a:lnTo>
                  <a:pt x="485064" y="845646"/>
                </a:lnTo>
                <a:lnTo>
                  <a:pt x="501727" y="838242"/>
                </a:lnTo>
                <a:lnTo>
                  <a:pt x="518389" y="831631"/>
                </a:lnTo>
                <a:lnTo>
                  <a:pt x="535316" y="825285"/>
                </a:lnTo>
                <a:lnTo>
                  <a:pt x="552243" y="819732"/>
                </a:lnTo>
                <a:lnTo>
                  <a:pt x="569435" y="814972"/>
                </a:lnTo>
                <a:lnTo>
                  <a:pt x="586891" y="810477"/>
                </a:lnTo>
                <a:lnTo>
                  <a:pt x="604347" y="806510"/>
                </a:lnTo>
                <a:lnTo>
                  <a:pt x="622067" y="803337"/>
                </a:lnTo>
                <a:lnTo>
                  <a:pt x="639787" y="800693"/>
                </a:lnTo>
                <a:lnTo>
                  <a:pt x="657508" y="798577"/>
                </a:lnTo>
                <a:lnTo>
                  <a:pt x="675757" y="796991"/>
                </a:lnTo>
                <a:lnTo>
                  <a:pt x="693742" y="796197"/>
                </a:lnTo>
                <a:lnTo>
                  <a:pt x="711992" y="795933"/>
                </a:lnTo>
                <a:close/>
                <a:moveTo>
                  <a:pt x="1463280" y="660400"/>
                </a:moveTo>
                <a:lnTo>
                  <a:pt x="1469893" y="660400"/>
                </a:lnTo>
                <a:lnTo>
                  <a:pt x="1477034" y="660665"/>
                </a:lnTo>
                <a:lnTo>
                  <a:pt x="1483912" y="660929"/>
                </a:lnTo>
                <a:lnTo>
                  <a:pt x="1490789" y="661988"/>
                </a:lnTo>
                <a:lnTo>
                  <a:pt x="1497666" y="663046"/>
                </a:lnTo>
                <a:lnTo>
                  <a:pt x="1504279" y="664898"/>
                </a:lnTo>
                <a:lnTo>
                  <a:pt x="1510891" y="666750"/>
                </a:lnTo>
                <a:lnTo>
                  <a:pt x="1516975" y="668867"/>
                </a:lnTo>
                <a:lnTo>
                  <a:pt x="1523323" y="671248"/>
                </a:lnTo>
                <a:lnTo>
                  <a:pt x="1529142" y="673894"/>
                </a:lnTo>
                <a:lnTo>
                  <a:pt x="1535226" y="676804"/>
                </a:lnTo>
                <a:lnTo>
                  <a:pt x="1540780" y="679979"/>
                </a:lnTo>
                <a:lnTo>
                  <a:pt x="1546599" y="683683"/>
                </a:lnTo>
                <a:lnTo>
                  <a:pt x="1551625" y="687123"/>
                </a:lnTo>
                <a:lnTo>
                  <a:pt x="1556915" y="691356"/>
                </a:lnTo>
                <a:lnTo>
                  <a:pt x="1561676" y="695590"/>
                </a:lnTo>
                <a:lnTo>
                  <a:pt x="1566437" y="700088"/>
                </a:lnTo>
                <a:lnTo>
                  <a:pt x="1570934" y="704850"/>
                </a:lnTo>
                <a:lnTo>
                  <a:pt x="1575431" y="709613"/>
                </a:lnTo>
                <a:lnTo>
                  <a:pt x="1579134" y="714640"/>
                </a:lnTo>
                <a:lnTo>
                  <a:pt x="1583101" y="719931"/>
                </a:lnTo>
                <a:lnTo>
                  <a:pt x="1586540" y="725223"/>
                </a:lnTo>
                <a:lnTo>
                  <a:pt x="1589978" y="731044"/>
                </a:lnTo>
                <a:lnTo>
                  <a:pt x="1592888" y="736600"/>
                </a:lnTo>
                <a:lnTo>
                  <a:pt x="1595533" y="742685"/>
                </a:lnTo>
                <a:lnTo>
                  <a:pt x="1597914" y="748771"/>
                </a:lnTo>
                <a:lnTo>
                  <a:pt x="1600030" y="754856"/>
                </a:lnTo>
                <a:lnTo>
                  <a:pt x="1601881" y="761206"/>
                </a:lnTo>
                <a:lnTo>
                  <a:pt x="1603204" y="767556"/>
                </a:lnTo>
                <a:lnTo>
                  <a:pt x="1604526" y="774435"/>
                </a:lnTo>
                <a:lnTo>
                  <a:pt x="1605320" y="781050"/>
                </a:lnTo>
                <a:lnTo>
                  <a:pt x="1605584" y="787665"/>
                </a:lnTo>
                <a:lnTo>
                  <a:pt x="1605849" y="794544"/>
                </a:lnTo>
                <a:lnTo>
                  <a:pt x="1604791" y="967581"/>
                </a:lnTo>
                <a:lnTo>
                  <a:pt x="1781745" y="968375"/>
                </a:lnTo>
                <a:lnTo>
                  <a:pt x="1788887" y="968640"/>
                </a:lnTo>
                <a:lnTo>
                  <a:pt x="1795764" y="969169"/>
                </a:lnTo>
                <a:lnTo>
                  <a:pt x="1802641" y="970227"/>
                </a:lnTo>
                <a:lnTo>
                  <a:pt x="1809518" y="971285"/>
                </a:lnTo>
                <a:lnTo>
                  <a:pt x="1815866" y="972873"/>
                </a:lnTo>
                <a:lnTo>
                  <a:pt x="1822479" y="974725"/>
                </a:lnTo>
                <a:lnTo>
                  <a:pt x="1828827" y="977106"/>
                </a:lnTo>
                <a:lnTo>
                  <a:pt x="1834911" y="979488"/>
                </a:lnTo>
                <a:lnTo>
                  <a:pt x="1840994" y="982133"/>
                </a:lnTo>
                <a:lnTo>
                  <a:pt x="1846813" y="985044"/>
                </a:lnTo>
                <a:lnTo>
                  <a:pt x="1852633" y="988219"/>
                </a:lnTo>
                <a:lnTo>
                  <a:pt x="1857923" y="991923"/>
                </a:lnTo>
                <a:lnTo>
                  <a:pt x="1863213" y="995363"/>
                </a:lnTo>
                <a:lnTo>
                  <a:pt x="1868503" y="999596"/>
                </a:lnTo>
                <a:lnTo>
                  <a:pt x="1873264" y="1003829"/>
                </a:lnTo>
                <a:lnTo>
                  <a:pt x="1878025" y="1008327"/>
                </a:lnTo>
                <a:lnTo>
                  <a:pt x="1882522" y="1012825"/>
                </a:lnTo>
                <a:lnTo>
                  <a:pt x="1886754" y="1017852"/>
                </a:lnTo>
                <a:lnTo>
                  <a:pt x="1890986" y="1022879"/>
                </a:lnTo>
                <a:lnTo>
                  <a:pt x="1894689" y="1027906"/>
                </a:lnTo>
                <a:lnTo>
                  <a:pt x="1898128" y="1033463"/>
                </a:lnTo>
                <a:lnTo>
                  <a:pt x="1901302" y="1039283"/>
                </a:lnTo>
                <a:lnTo>
                  <a:pt x="1904211" y="1044840"/>
                </a:lnTo>
                <a:lnTo>
                  <a:pt x="1907385" y="1050660"/>
                </a:lnTo>
                <a:lnTo>
                  <a:pt x="1909766" y="1056746"/>
                </a:lnTo>
                <a:lnTo>
                  <a:pt x="1911882" y="1063096"/>
                </a:lnTo>
                <a:lnTo>
                  <a:pt x="1913469" y="1069181"/>
                </a:lnTo>
                <a:lnTo>
                  <a:pt x="1915056" y="1075796"/>
                </a:lnTo>
                <a:lnTo>
                  <a:pt x="1916114" y="1082410"/>
                </a:lnTo>
                <a:lnTo>
                  <a:pt x="1916908" y="1089290"/>
                </a:lnTo>
                <a:lnTo>
                  <a:pt x="1917436" y="1095640"/>
                </a:lnTo>
                <a:lnTo>
                  <a:pt x="1917701" y="1102783"/>
                </a:lnTo>
                <a:lnTo>
                  <a:pt x="1917436" y="1109663"/>
                </a:lnTo>
                <a:lnTo>
                  <a:pt x="1916908" y="1116277"/>
                </a:lnTo>
                <a:lnTo>
                  <a:pt x="1915849" y="1123156"/>
                </a:lnTo>
                <a:lnTo>
                  <a:pt x="1914791" y="1129506"/>
                </a:lnTo>
                <a:lnTo>
                  <a:pt x="1913204" y="1136121"/>
                </a:lnTo>
                <a:lnTo>
                  <a:pt x="1911088" y="1142471"/>
                </a:lnTo>
                <a:lnTo>
                  <a:pt x="1908972" y="1148556"/>
                </a:lnTo>
                <a:lnTo>
                  <a:pt x="1906592" y="1154642"/>
                </a:lnTo>
                <a:lnTo>
                  <a:pt x="1903682" y="1160463"/>
                </a:lnTo>
                <a:lnTo>
                  <a:pt x="1900773" y="1166283"/>
                </a:lnTo>
                <a:lnTo>
                  <a:pt x="1897599" y="1171840"/>
                </a:lnTo>
                <a:lnTo>
                  <a:pt x="1893896" y="1177131"/>
                </a:lnTo>
                <a:lnTo>
                  <a:pt x="1889928" y="1182158"/>
                </a:lnTo>
                <a:lnTo>
                  <a:pt x="1885960" y="1187450"/>
                </a:lnTo>
                <a:lnTo>
                  <a:pt x="1881728" y="1192213"/>
                </a:lnTo>
                <a:lnTo>
                  <a:pt x="1876967" y="1196975"/>
                </a:lnTo>
                <a:lnTo>
                  <a:pt x="1872206" y="1201208"/>
                </a:lnTo>
                <a:lnTo>
                  <a:pt x="1867445" y="1205442"/>
                </a:lnTo>
                <a:lnTo>
                  <a:pt x="1862155" y="1209411"/>
                </a:lnTo>
                <a:lnTo>
                  <a:pt x="1856600" y="1212850"/>
                </a:lnTo>
                <a:lnTo>
                  <a:pt x="1851046" y="1216554"/>
                </a:lnTo>
                <a:lnTo>
                  <a:pt x="1845491" y="1219465"/>
                </a:lnTo>
                <a:lnTo>
                  <a:pt x="1839407" y="1222375"/>
                </a:lnTo>
                <a:lnTo>
                  <a:pt x="1833588" y="1225021"/>
                </a:lnTo>
                <a:lnTo>
                  <a:pt x="1827240" y="1227402"/>
                </a:lnTo>
                <a:lnTo>
                  <a:pt x="1821156" y="1229519"/>
                </a:lnTo>
                <a:lnTo>
                  <a:pt x="1814544" y="1231371"/>
                </a:lnTo>
                <a:lnTo>
                  <a:pt x="1807931" y="1232958"/>
                </a:lnTo>
                <a:lnTo>
                  <a:pt x="1801054" y="1234017"/>
                </a:lnTo>
                <a:lnTo>
                  <a:pt x="1794177" y="1234546"/>
                </a:lnTo>
                <a:lnTo>
                  <a:pt x="1787300" y="1235340"/>
                </a:lnTo>
                <a:lnTo>
                  <a:pt x="1780158" y="1235340"/>
                </a:lnTo>
                <a:lnTo>
                  <a:pt x="1603204" y="1234281"/>
                </a:lnTo>
                <a:lnTo>
                  <a:pt x="1602410" y="1407319"/>
                </a:lnTo>
                <a:lnTo>
                  <a:pt x="1602146" y="1413933"/>
                </a:lnTo>
                <a:lnTo>
                  <a:pt x="1601617" y="1420813"/>
                </a:lnTo>
                <a:lnTo>
                  <a:pt x="1600559" y="1427692"/>
                </a:lnTo>
                <a:lnTo>
                  <a:pt x="1599501" y="1434306"/>
                </a:lnTo>
                <a:lnTo>
                  <a:pt x="1597914" y="1440392"/>
                </a:lnTo>
                <a:lnTo>
                  <a:pt x="1595798" y="1446742"/>
                </a:lnTo>
                <a:lnTo>
                  <a:pt x="1593682" y="1453092"/>
                </a:lnTo>
                <a:lnTo>
                  <a:pt x="1591301" y="1459177"/>
                </a:lnTo>
                <a:lnTo>
                  <a:pt x="1588656" y="1464998"/>
                </a:lnTo>
                <a:lnTo>
                  <a:pt x="1585482" y="1470819"/>
                </a:lnTo>
                <a:lnTo>
                  <a:pt x="1582043" y="1476111"/>
                </a:lnTo>
                <a:lnTo>
                  <a:pt x="1578605" y="1481931"/>
                </a:lnTo>
                <a:lnTo>
                  <a:pt x="1574637" y="1486958"/>
                </a:lnTo>
                <a:lnTo>
                  <a:pt x="1570670" y="1491986"/>
                </a:lnTo>
                <a:lnTo>
                  <a:pt x="1566437" y="1496748"/>
                </a:lnTo>
                <a:lnTo>
                  <a:pt x="1561941" y="1501511"/>
                </a:lnTo>
                <a:lnTo>
                  <a:pt x="1557180" y="1505744"/>
                </a:lnTo>
                <a:lnTo>
                  <a:pt x="1552154" y="1509713"/>
                </a:lnTo>
                <a:lnTo>
                  <a:pt x="1546864" y="1513946"/>
                </a:lnTo>
                <a:lnTo>
                  <a:pt x="1541309" y="1517650"/>
                </a:lnTo>
                <a:lnTo>
                  <a:pt x="1536019" y="1521090"/>
                </a:lnTo>
                <a:lnTo>
                  <a:pt x="1530200" y="1524000"/>
                </a:lnTo>
                <a:lnTo>
                  <a:pt x="1524381" y="1527175"/>
                </a:lnTo>
                <a:lnTo>
                  <a:pt x="1518297" y="1529821"/>
                </a:lnTo>
                <a:lnTo>
                  <a:pt x="1511949" y="1532202"/>
                </a:lnTo>
                <a:lnTo>
                  <a:pt x="1505601" y="1534319"/>
                </a:lnTo>
                <a:lnTo>
                  <a:pt x="1499253" y="1535906"/>
                </a:lnTo>
                <a:lnTo>
                  <a:pt x="1492640" y="1537494"/>
                </a:lnTo>
                <a:lnTo>
                  <a:pt x="1485763" y="1538288"/>
                </a:lnTo>
                <a:lnTo>
                  <a:pt x="1478886" y="1539346"/>
                </a:lnTo>
                <a:lnTo>
                  <a:pt x="1472009" y="1539875"/>
                </a:lnTo>
                <a:lnTo>
                  <a:pt x="1464867" y="1539875"/>
                </a:lnTo>
                <a:lnTo>
                  <a:pt x="1458255" y="1539611"/>
                </a:lnTo>
                <a:lnTo>
                  <a:pt x="1451113" y="1539346"/>
                </a:lnTo>
                <a:lnTo>
                  <a:pt x="1444236" y="1538288"/>
                </a:lnTo>
                <a:lnTo>
                  <a:pt x="1437623" y="1536965"/>
                </a:lnTo>
                <a:lnTo>
                  <a:pt x="1431010" y="1535377"/>
                </a:lnTo>
                <a:lnTo>
                  <a:pt x="1424398" y="1533525"/>
                </a:lnTo>
                <a:lnTo>
                  <a:pt x="1418314" y="1531673"/>
                </a:lnTo>
                <a:lnTo>
                  <a:pt x="1411966" y="1529292"/>
                </a:lnTo>
                <a:lnTo>
                  <a:pt x="1406147" y="1526381"/>
                </a:lnTo>
                <a:lnTo>
                  <a:pt x="1400063" y="1523471"/>
                </a:lnTo>
                <a:lnTo>
                  <a:pt x="1394509" y="1520296"/>
                </a:lnTo>
                <a:lnTo>
                  <a:pt x="1388690" y="1516592"/>
                </a:lnTo>
                <a:lnTo>
                  <a:pt x="1383399" y="1512888"/>
                </a:lnTo>
                <a:lnTo>
                  <a:pt x="1378374" y="1508919"/>
                </a:lnTo>
                <a:lnTo>
                  <a:pt x="1373348" y="1504686"/>
                </a:lnTo>
                <a:lnTo>
                  <a:pt x="1368852" y="1500188"/>
                </a:lnTo>
                <a:lnTo>
                  <a:pt x="1364355" y="1495425"/>
                </a:lnTo>
                <a:lnTo>
                  <a:pt x="1359858" y="1490663"/>
                </a:lnTo>
                <a:lnTo>
                  <a:pt x="1356155" y="1485636"/>
                </a:lnTo>
                <a:lnTo>
                  <a:pt x="1352188" y="1480344"/>
                </a:lnTo>
                <a:lnTo>
                  <a:pt x="1348749" y="1475052"/>
                </a:lnTo>
                <a:lnTo>
                  <a:pt x="1345311" y="1469496"/>
                </a:lnTo>
                <a:lnTo>
                  <a:pt x="1342401" y="1463675"/>
                </a:lnTo>
                <a:lnTo>
                  <a:pt x="1339756" y="1457854"/>
                </a:lnTo>
                <a:lnTo>
                  <a:pt x="1337375" y="1451504"/>
                </a:lnTo>
                <a:lnTo>
                  <a:pt x="1335259" y="1445154"/>
                </a:lnTo>
                <a:lnTo>
                  <a:pt x="1333408" y="1439069"/>
                </a:lnTo>
                <a:lnTo>
                  <a:pt x="1332085" y="1432454"/>
                </a:lnTo>
                <a:lnTo>
                  <a:pt x="1330763" y="1425840"/>
                </a:lnTo>
                <a:lnTo>
                  <a:pt x="1329969" y="1419490"/>
                </a:lnTo>
                <a:lnTo>
                  <a:pt x="1329440" y="1412611"/>
                </a:lnTo>
                <a:lnTo>
                  <a:pt x="1329440" y="1405731"/>
                </a:lnTo>
                <a:lnTo>
                  <a:pt x="1330234" y="1232958"/>
                </a:lnTo>
                <a:lnTo>
                  <a:pt x="1153279" y="1231636"/>
                </a:lnTo>
                <a:lnTo>
                  <a:pt x="1146402" y="1231371"/>
                </a:lnTo>
                <a:lnTo>
                  <a:pt x="1139525" y="1231106"/>
                </a:lnTo>
                <a:lnTo>
                  <a:pt x="1132648" y="1230048"/>
                </a:lnTo>
                <a:lnTo>
                  <a:pt x="1125771" y="1228990"/>
                </a:lnTo>
                <a:lnTo>
                  <a:pt x="1119423" y="1227138"/>
                </a:lnTo>
                <a:lnTo>
                  <a:pt x="1112810" y="1225286"/>
                </a:lnTo>
                <a:lnTo>
                  <a:pt x="1106462" y="1223433"/>
                </a:lnTo>
                <a:lnTo>
                  <a:pt x="1100378" y="1221052"/>
                </a:lnTo>
                <a:lnTo>
                  <a:pt x="1094295" y="1218406"/>
                </a:lnTo>
                <a:lnTo>
                  <a:pt x="1088476" y="1215231"/>
                </a:lnTo>
                <a:lnTo>
                  <a:pt x="1082656" y="1212056"/>
                </a:lnTo>
                <a:lnTo>
                  <a:pt x="1077102" y="1208352"/>
                </a:lnTo>
                <a:lnTo>
                  <a:pt x="1071812" y="1204648"/>
                </a:lnTo>
                <a:lnTo>
                  <a:pt x="1066786" y="1200679"/>
                </a:lnTo>
                <a:lnTo>
                  <a:pt x="1062025" y="1196446"/>
                </a:lnTo>
                <a:lnTo>
                  <a:pt x="1057264" y="1192213"/>
                </a:lnTo>
                <a:lnTo>
                  <a:pt x="1052767" y="1187450"/>
                </a:lnTo>
                <a:lnTo>
                  <a:pt x="1048271" y="1182688"/>
                </a:lnTo>
                <a:lnTo>
                  <a:pt x="1044303" y="1177396"/>
                </a:lnTo>
                <a:lnTo>
                  <a:pt x="1040600" y="1172104"/>
                </a:lnTo>
                <a:lnTo>
                  <a:pt x="1036897" y="1166813"/>
                </a:lnTo>
                <a:lnTo>
                  <a:pt x="1033723" y="1161256"/>
                </a:lnTo>
                <a:lnTo>
                  <a:pt x="1030549" y="1155435"/>
                </a:lnTo>
                <a:lnTo>
                  <a:pt x="1027904" y="1149615"/>
                </a:lnTo>
                <a:lnTo>
                  <a:pt x="1025523" y="1143265"/>
                </a:lnTo>
                <a:lnTo>
                  <a:pt x="1023407" y="1137444"/>
                </a:lnTo>
                <a:lnTo>
                  <a:pt x="1021820" y="1130829"/>
                </a:lnTo>
                <a:lnTo>
                  <a:pt x="1020233" y="1124215"/>
                </a:lnTo>
                <a:lnTo>
                  <a:pt x="1019175" y="1117600"/>
                </a:lnTo>
                <a:lnTo>
                  <a:pt x="1018117" y="1111250"/>
                </a:lnTo>
                <a:lnTo>
                  <a:pt x="1017853" y="1104371"/>
                </a:lnTo>
                <a:lnTo>
                  <a:pt x="1017588" y="1097492"/>
                </a:lnTo>
                <a:lnTo>
                  <a:pt x="1017853" y="1090613"/>
                </a:lnTo>
                <a:lnTo>
                  <a:pt x="1018382" y="1083733"/>
                </a:lnTo>
                <a:lnTo>
                  <a:pt x="1019440" y="1077383"/>
                </a:lnTo>
                <a:lnTo>
                  <a:pt x="1020498" y="1070769"/>
                </a:lnTo>
                <a:lnTo>
                  <a:pt x="1022085" y="1064154"/>
                </a:lnTo>
                <a:lnTo>
                  <a:pt x="1024201" y="1057804"/>
                </a:lnTo>
                <a:lnTo>
                  <a:pt x="1026317" y="1051719"/>
                </a:lnTo>
                <a:lnTo>
                  <a:pt x="1028697" y="1045633"/>
                </a:lnTo>
                <a:lnTo>
                  <a:pt x="1031607" y="1039813"/>
                </a:lnTo>
                <a:lnTo>
                  <a:pt x="1034516" y="1033992"/>
                </a:lnTo>
                <a:lnTo>
                  <a:pt x="1037690" y="1028435"/>
                </a:lnTo>
                <a:lnTo>
                  <a:pt x="1041394" y="1023144"/>
                </a:lnTo>
                <a:lnTo>
                  <a:pt x="1045361" y="1017852"/>
                </a:lnTo>
                <a:lnTo>
                  <a:pt x="1049329" y="1012825"/>
                </a:lnTo>
                <a:lnTo>
                  <a:pt x="1053561" y="1008063"/>
                </a:lnTo>
                <a:lnTo>
                  <a:pt x="1058057" y="1003565"/>
                </a:lnTo>
                <a:lnTo>
                  <a:pt x="1062818" y="999067"/>
                </a:lnTo>
                <a:lnTo>
                  <a:pt x="1067844" y="994833"/>
                </a:lnTo>
                <a:lnTo>
                  <a:pt x="1073134" y="990865"/>
                </a:lnTo>
                <a:lnTo>
                  <a:pt x="1078689" y="987160"/>
                </a:lnTo>
                <a:lnTo>
                  <a:pt x="1083979" y="983721"/>
                </a:lnTo>
                <a:lnTo>
                  <a:pt x="1089798" y="980546"/>
                </a:lnTo>
                <a:lnTo>
                  <a:pt x="1095617" y="977635"/>
                </a:lnTo>
                <a:lnTo>
                  <a:pt x="1101701" y="975254"/>
                </a:lnTo>
                <a:lnTo>
                  <a:pt x="1108049" y="972873"/>
                </a:lnTo>
                <a:lnTo>
                  <a:pt x="1114133" y="970756"/>
                </a:lnTo>
                <a:lnTo>
                  <a:pt x="1120745" y="968904"/>
                </a:lnTo>
                <a:lnTo>
                  <a:pt x="1127358" y="967581"/>
                </a:lnTo>
                <a:lnTo>
                  <a:pt x="1134235" y="966258"/>
                </a:lnTo>
                <a:lnTo>
                  <a:pt x="1141112" y="965465"/>
                </a:lnTo>
                <a:lnTo>
                  <a:pt x="1147989" y="965200"/>
                </a:lnTo>
                <a:lnTo>
                  <a:pt x="1155131" y="964935"/>
                </a:lnTo>
                <a:lnTo>
                  <a:pt x="1332085" y="965994"/>
                </a:lnTo>
                <a:lnTo>
                  <a:pt x="1332879" y="793221"/>
                </a:lnTo>
                <a:lnTo>
                  <a:pt x="1333143" y="786342"/>
                </a:lnTo>
                <a:lnTo>
                  <a:pt x="1333672" y="779463"/>
                </a:lnTo>
                <a:lnTo>
                  <a:pt x="1334730" y="772583"/>
                </a:lnTo>
                <a:lnTo>
                  <a:pt x="1335788" y="765969"/>
                </a:lnTo>
                <a:lnTo>
                  <a:pt x="1337375" y="759883"/>
                </a:lnTo>
                <a:lnTo>
                  <a:pt x="1339227" y="753269"/>
                </a:lnTo>
                <a:lnTo>
                  <a:pt x="1341608" y="747448"/>
                </a:lnTo>
                <a:lnTo>
                  <a:pt x="1343988" y="741098"/>
                </a:lnTo>
                <a:lnTo>
                  <a:pt x="1346633" y="735013"/>
                </a:lnTo>
                <a:lnTo>
                  <a:pt x="1349807" y="729456"/>
                </a:lnTo>
                <a:lnTo>
                  <a:pt x="1353246" y="723900"/>
                </a:lnTo>
                <a:lnTo>
                  <a:pt x="1356684" y="718344"/>
                </a:lnTo>
                <a:lnTo>
                  <a:pt x="1360652" y="713317"/>
                </a:lnTo>
                <a:lnTo>
                  <a:pt x="1364355" y="708290"/>
                </a:lnTo>
                <a:lnTo>
                  <a:pt x="1368852" y="703527"/>
                </a:lnTo>
                <a:lnTo>
                  <a:pt x="1373348" y="698765"/>
                </a:lnTo>
                <a:lnTo>
                  <a:pt x="1378109" y="694267"/>
                </a:lnTo>
                <a:lnTo>
                  <a:pt x="1383135" y="690298"/>
                </a:lnTo>
                <a:lnTo>
                  <a:pt x="1388161" y="686329"/>
                </a:lnTo>
                <a:lnTo>
                  <a:pt x="1393451" y="682890"/>
                </a:lnTo>
                <a:lnTo>
                  <a:pt x="1399270" y="679186"/>
                </a:lnTo>
                <a:lnTo>
                  <a:pt x="1404824" y="676275"/>
                </a:lnTo>
                <a:lnTo>
                  <a:pt x="1410908" y="673365"/>
                </a:lnTo>
                <a:lnTo>
                  <a:pt x="1416992" y="670454"/>
                </a:lnTo>
                <a:lnTo>
                  <a:pt x="1423075" y="668073"/>
                </a:lnTo>
                <a:lnTo>
                  <a:pt x="1429688" y="666221"/>
                </a:lnTo>
                <a:lnTo>
                  <a:pt x="1436036" y="664369"/>
                </a:lnTo>
                <a:lnTo>
                  <a:pt x="1442649" y="662781"/>
                </a:lnTo>
                <a:lnTo>
                  <a:pt x="1449261" y="661988"/>
                </a:lnTo>
                <a:lnTo>
                  <a:pt x="1456138" y="660929"/>
                </a:lnTo>
                <a:lnTo>
                  <a:pt x="1463280" y="660400"/>
                </a:lnTo>
                <a:close/>
                <a:moveTo>
                  <a:pt x="714108" y="0"/>
                </a:moveTo>
                <a:lnTo>
                  <a:pt x="723364" y="0"/>
                </a:lnTo>
                <a:lnTo>
                  <a:pt x="732621" y="264"/>
                </a:lnTo>
                <a:lnTo>
                  <a:pt x="741349" y="529"/>
                </a:lnTo>
                <a:lnTo>
                  <a:pt x="750606" y="1058"/>
                </a:lnTo>
                <a:lnTo>
                  <a:pt x="759599" y="2115"/>
                </a:lnTo>
                <a:lnTo>
                  <a:pt x="768591" y="3173"/>
                </a:lnTo>
                <a:lnTo>
                  <a:pt x="777319" y="4495"/>
                </a:lnTo>
                <a:lnTo>
                  <a:pt x="786312" y="5817"/>
                </a:lnTo>
                <a:lnTo>
                  <a:pt x="795040" y="7404"/>
                </a:lnTo>
                <a:lnTo>
                  <a:pt x="803503" y="9520"/>
                </a:lnTo>
                <a:lnTo>
                  <a:pt x="812231" y="11635"/>
                </a:lnTo>
                <a:lnTo>
                  <a:pt x="820959" y="14015"/>
                </a:lnTo>
                <a:lnTo>
                  <a:pt x="829158" y="16395"/>
                </a:lnTo>
                <a:lnTo>
                  <a:pt x="837622" y="19039"/>
                </a:lnTo>
                <a:lnTo>
                  <a:pt x="845821" y="21948"/>
                </a:lnTo>
                <a:lnTo>
                  <a:pt x="853755" y="24856"/>
                </a:lnTo>
                <a:lnTo>
                  <a:pt x="861954" y="28294"/>
                </a:lnTo>
                <a:lnTo>
                  <a:pt x="869889" y="31732"/>
                </a:lnTo>
                <a:lnTo>
                  <a:pt x="877559" y="35434"/>
                </a:lnTo>
                <a:lnTo>
                  <a:pt x="885493" y="39136"/>
                </a:lnTo>
                <a:lnTo>
                  <a:pt x="892899" y="43102"/>
                </a:lnTo>
                <a:lnTo>
                  <a:pt x="900569" y="47333"/>
                </a:lnTo>
                <a:lnTo>
                  <a:pt x="907710" y="51299"/>
                </a:lnTo>
                <a:lnTo>
                  <a:pt x="915116" y="56059"/>
                </a:lnTo>
                <a:lnTo>
                  <a:pt x="922257" y="60554"/>
                </a:lnTo>
                <a:lnTo>
                  <a:pt x="929398" y="65314"/>
                </a:lnTo>
                <a:lnTo>
                  <a:pt x="936274" y="70338"/>
                </a:lnTo>
                <a:lnTo>
                  <a:pt x="943151" y="75362"/>
                </a:lnTo>
                <a:lnTo>
                  <a:pt x="949763" y="80915"/>
                </a:lnTo>
                <a:lnTo>
                  <a:pt x="956111" y="86204"/>
                </a:lnTo>
                <a:lnTo>
                  <a:pt x="962458" y="91757"/>
                </a:lnTo>
                <a:lnTo>
                  <a:pt x="968806" y="97575"/>
                </a:lnTo>
                <a:lnTo>
                  <a:pt x="974889" y="103392"/>
                </a:lnTo>
                <a:lnTo>
                  <a:pt x="980972" y="109474"/>
                </a:lnTo>
                <a:lnTo>
                  <a:pt x="986526" y="115556"/>
                </a:lnTo>
                <a:lnTo>
                  <a:pt x="992080" y="121902"/>
                </a:lnTo>
                <a:lnTo>
                  <a:pt x="997635" y="128513"/>
                </a:lnTo>
                <a:lnTo>
                  <a:pt x="1002924" y="134859"/>
                </a:lnTo>
                <a:lnTo>
                  <a:pt x="1008214" y="141470"/>
                </a:lnTo>
                <a:lnTo>
                  <a:pt x="1013239" y="148345"/>
                </a:lnTo>
                <a:lnTo>
                  <a:pt x="1018000" y="155220"/>
                </a:lnTo>
                <a:lnTo>
                  <a:pt x="1022761" y="162360"/>
                </a:lnTo>
                <a:lnTo>
                  <a:pt x="1027257" y="169499"/>
                </a:lnTo>
                <a:lnTo>
                  <a:pt x="1031489" y="176903"/>
                </a:lnTo>
                <a:lnTo>
                  <a:pt x="1035720" y="184043"/>
                </a:lnTo>
                <a:lnTo>
                  <a:pt x="1039688" y="191711"/>
                </a:lnTo>
                <a:lnTo>
                  <a:pt x="1043655" y="199115"/>
                </a:lnTo>
                <a:lnTo>
                  <a:pt x="1047093" y="206784"/>
                </a:lnTo>
                <a:lnTo>
                  <a:pt x="1050532" y="214717"/>
                </a:lnTo>
                <a:lnTo>
                  <a:pt x="1053705" y="222650"/>
                </a:lnTo>
                <a:lnTo>
                  <a:pt x="1057144" y="230318"/>
                </a:lnTo>
                <a:lnTo>
                  <a:pt x="1059788" y="238780"/>
                </a:lnTo>
                <a:lnTo>
                  <a:pt x="1062433" y="246713"/>
                </a:lnTo>
                <a:lnTo>
                  <a:pt x="1064814" y="255175"/>
                </a:lnTo>
                <a:lnTo>
                  <a:pt x="1067194" y="263372"/>
                </a:lnTo>
                <a:lnTo>
                  <a:pt x="1069310" y="271834"/>
                </a:lnTo>
                <a:lnTo>
                  <a:pt x="1070897" y="280031"/>
                </a:lnTo>
                <a:lnTo>
                  <a:pt x="1072484" y="288757"/>
                </a:lnTo>
                <a:lnTo>
                  <a:pt x="1074071" y="297219"/>
                </a:lnTo>
                <a:lnTo>
                  <a:pt x="1075129" y="305945"/>
                </a:lnTo>
                <a:lnTo>
                  <a:pt x="1076186" y="314936"/>
                </a:lnTo>
                <a:lnTo>
                  <a:pt x="1076980" y="323397"/>
                </a:lnTo>
                <a:lnTo>
                  <a:pt x="1077509" y="332388"/>
                </a:lnTo>
                <a:lnTo>
                  <a:pt x="1077773" y="341379"/>
                </a:lnTo>
                <a:lnTo>
                  <a:pt x="1077773" y="350369"/>
                </a:lnTo>
                <a:lnTo>
                  <a:pt x="1077509" y="359360"/>
                </a:lnTo>
                <a:lnTo>
                  <a:pt x="1077244" y="368350"/>
                </a:lnTo>
                <a:lnTo>
                  <a:pt x="1076716" y="377341"/>
                </a:lnTo>
                <a:lnTo>
                  <a:pt x="1075658" y="385803"/>
                </a:lnTo>
                <a:lnTo>
                  <a:pt x="1074600" y="394793"/>
                </a:lnTo>
                <a:lnTo>
                  <a:pt x="1073277" y="403519"/>
                </a:lnTo>
                <a:lnTo>
                  <a:pt x="1071955" y="411981"/>
                </a:lnTo>
                <a:lnTo>
                  <a:pt x="1070103" y="420707"/>
                </a:lnTo>
                <a:lnTo>
                  <a:pt x="1068252" y="428905"/>
                </a:lnTo>
                <a:lnTo>
                  <a:pt x="1065872" y="437366"/>
                </a:lnTo>
                <a:lnTo>
                  <a:pt x="1063756" y="445564"/>
                </a:lnTo>
                <a:lnTo>
                  <a:pt x="1061111" y="454026"/>
                </a:lnTo>
                <a:lnTo>
                  <a:pt x="1058466" y="461958"/>
                </a:lnTo>
                <a:lnTo>
                  <a:pt x="1055557" y="469891"/>
                </a:lnTo>
                <a:lnTo>
                  <a:pt x="1052383" y="478089"/>
                </a:lnTo>
                <a:lnTo>
                  <a:pt x="1048945" y="485757"/>
                </a:lnTo>
                <a:lnTo>
                  <a:pt x="1045506" y="493426"/>
                </a:lnTo>
                <a:lnTo>
                  <a:pt x="1041804" y="501358"/>
                </a:lnTo>
                <a:lnTo>
                  <a:pt x="1038101" y="508762"/>
                </a:lnTo>
                <a:lnTo>
                  <a:pt x="1033869" y="516166"/>
                </a:lnTo>
                <a:lnTo>
                  <a:pt x="1029637" y="523570"/>
                </a:lnTo>
                <a:lnTo>
                  <a:pt x="1025141" y="530710"/>
                </a:lnTo>
                <a:lnTo>
                  <a:pt x="1020380" y="537850"/>
                </a:lnTo>
                <a:lnTo>
                  <a:pt x="1015620" y="544725"/>
                </a:lnTo>
                <a:lnTo>
                  <a:pt x="1010859" y="551864"/>
                </a:lnTo>
                <a:lnTo>
                  <a:pt x="1005834" y="558211"/>
                </a:lnTo>
                <a:lnTo>
                  <a:pt x="1000544" y="564821"/>
                </a:lnTo>
                <a:lnTo>
                  <a:pt x="995254" y="571432"/>
                </a:lnTo>
                <a:lnTo>
                  <a:pt x="989436" y="578043"/>
                </a:lnTo>
                <a:lnTo>
                  <a:pt x="983882" y="584125"/>
                </a:lnTo>
                <a:lnTo>
                  <a:pt x="977798" y="590207"/>
                </a:lnTo>
                <a:lnTo>
                  <a:pt x="971980" y="596024"/>
                </a:lnTo>
                <a:lnTo>
                  <a:pt x="965632" y="601842"/>
                </a:lnTo>
                <a:lnTo>
                  <a:pt x="959549" y="607659"/>
                </a:lnTo>
                <a:lnTo>
                  <a:pt x="953201" y="612948"/>
                </a:lnTo>
                <a:lnTo>
                  <a:pt x="946325" y="618501"/>
                </a:lnTo>
                <a:lnTo>
                  <a:pt x="939713" y="623789"/>
                </a:lnTo>
                <a:lnTo>
                  <a:pt x="933100" y="628813"/>
                </a:lnTo>
                <a:lnTo>
                  <a:pt x="926224" y="633573"/>
                </a:lnTo>
                <a:lnTo>
                  <a:pt x="919083" y="638333"/>
                </a:lnTo>
                <a:lnTo>
                  <a:pt x="911942" y="642828"/>
                </a:lnTo>
                <a:lnTo>
                  <a:pt x="904536" y="647323"/>
                </a:lnTo>
                <a:lnTo>
                  <a:pt x="897131" y="651290"/>
                </a:lnTo>
                <a:lnTo>
                  <a:pt x="889461" y="655521"/>
                </a:lnTo>
                <a:lnTo>
                  <a:pt x="881791" y="659487"/>
                </a:lnTo>
                <a:lnTo>
                  <a:pt x="874120" y="663189"/>
                </a:lnTo>
                <a:lnTo>
                  <a:pt x="866186" y="666627"/>
                </a:lnTo>
                <a:lnTo>
                  <a:pt x="857987" y="670064"/>
                </a:lnTo>
                <a:lnTo>
                  <a:pt x="850052" y="672973"/>
                </a:lnTo>
                <a:lnTo>
                  <a:pt x="841853" y="676146"/>
                </a:lnTo>
                <a:lnTo>
                  <a:pt x="833654" y="679055"/>
                </a:lnTo>
                <a:lnTo>
                  <a:pt x="825455" y="681699"/>
                </a:lnTo>
                <a:lnTo>
                  <a:pt x="816992" y="684079"/>
                </a:lnTo>
                <a:lnTo>
                  <a:pt x="808264" y="686195"/>
                </a:lnTo>
                <a:lnTo>
                  <a:pt x="799800" y="688310"/>
                </a:lnTo>
                <a:lnTo>
                  <a:pt x="791072" y="690161"/>
                </a:lnTo>
                <a:lnTo>
                  <a:pt x="782609" y="691483"/>
                </a:lnTo>
                <a:lnTo>
                  <a:pt x="773616" y="693070"/>
                </a:lnTo>
                <a:lnTo>
                  <a:pt x="764624" y="694128"/>
                </a:lnTo>
                <a:lnTo>
                  <a:pt x="755632" y="695185"/>
                </a:lnTo>
                <a:lnTo>
                  <a:pt x="746639" y="695714"/>
                </a:lnTo>
                <a:lnTo>
                  <a:pt x="737647" y="696243"/>
                </a:lnTo>
                <a:lnTo>
                  <a:pt x="728390" y="696507"/>
                </a:lnTo>
                <a:lnTo>
                  <a:pt x="719133" y="696507"/>
                </a:lnTo>
                <a:lnTo>
                  <a:pt x="709876" y="696507"/>
                </a:lnTo>
                <a:lnTo>
                  <a:pt x="700883" y="695979"/>
                </a:lnTo>
                <a:lnTo>
                  <a:pt x="691891" y="695450"/>
                </a:lnTo>
                <a:lnTo>
                  <a:pt x="682898" y="694392"/>
                </a:lnTo>
                <a:lnTo>
                  <a:pt x="673906" y="693599"/>
                </a:lnTo>
                <a:lnTo>
                  <a:pt x="664913" y="692541"/>
                </a:lnTo>
                <a:lnTo>
                  <a:pt x="656186" y="690954"/>
                </a:lnTo>
                <a:lnTo>
                  <a:pt x="647458" y="689103"/>
                </a:lnTo>
                <a:lnTo>
                  <a:pt x="638730" y="687252"/>
                </a:lnTo>
                <a:lnTo>
                  <a:pt x="630266" y="684872"/>
                </a:lnTo>
                <a:lnTo>
                  <a:pt x="621538" y="683021"/>
                </a:lnTo>
                <a:lnTo>
                  <a:pt x="613339" y="680113"/>
                </a:lnTo>
                <a:lnTo>
                  <a:pt x="604876" y="677468"/>
                </a:lnTo>
                <a:lnTo>
                  <a:pt x="596676" y="674824"/>
                </a:lnTo>
                <a:lnTo>
                  <a:pt x="588478" y="671651"/>
                </a:lnTo>
                <a:lnTo>
                  <a:pt x="580543" y="668213"/>
                </a:lnTo>
                <a:lnTo>
                  <a:pt x="572873" y="665040"/>
                </a:lnTo>
                <a:lnTo>
                  <a:pt x="564674" y="661603"/>
                </a:lnTo>
                <a:lnTo>
                  <a:pt x="557004" y="657636"/>
                </a:lnTo>
                <a:lnTo>
                  <a:pt x="549598" y="653405"/>
                </a:lnTo>
                <a:lnTo>
                  <a:pt x="541928" y="649439"/>
                </a:lnTo>
                <a:lnTo>
                  <a:pt x="534787" y="645208"/>
                </a:lnTo>
                <a:lnTo>
                  <a:pt x="527382" y="640713"/>
                </a:lnTo>
                <a:lnTo>
                  <a:pt x="520241" y="635953"/>
                </a:lnTo>
                <a:lnTo>
                  <a:pt x="513364" y="631193"/>
                </a:lnTo>
                <a:lnTo>
                  <a:pt x="506223" y="626169"/>
                </a:lnTo>
                <a:lnTo>
                  <a:pt x="499611" y="621145"/>
                </a:lnTo>
                <a:lnTo>
                  <a:pt x="492734" y="615592"/>
                </a:lnTo>
                <a:lnTo>
                  <a:pt x="486122" y="610303"/>
                </a:lnTo>
                <a:lnTo>
                  <a:pt x="480039" y="604750"/>
                </a:lnTo>
                <a:lnTo>
                  <a:pt x="473691" y="598933"/>
                </a:lnTo>
                <a:lnTo>
                  <a:pt x="467873" y="593115"/>
                </a:lnTo>
                <a:lnTo>
                  <a:pt x="461790" y="587298"/>
                </a:lnTo>
                <a:lnTo>
                  <a:pt x="455971" y="580952"/>
                </a:lnTo>
                <a:lnTo>
                  <a:pt x="450152" y="574605"/>
                </a:lnTo>
                <a:lnTo>
                  <a:pt x="444863" y="568523"/>
                </a:lnTo>
                <a:lnTo>
                  <a:pt x="439573" y="561913"/>
                </a:lnTo>
                <a:lnTo>
                  <a:pt x="434283" y="555038"/>
                </a:lnTo>
                <a:lnTo>
                  <a:pt x="429258" y="548162"/>
                </a:lnTo>
                <a:lnTo>
                  <a:pt x="424497" y="541287"/>
                </a:lnTo>
                <a:lnTo>
                  <a:pt x="419737" y="534148"/>
                </a:lnTo>
                <a:lnTo>
                  <a:pt x="415240" y="527008"/>
                </a:lnTo>
                <a:lnTo>
                  <a:pt x="411009" y="519868"/>
                </a:lnTo>
                <a:lnTo>
                  <a:pt x="406777" y="512464"/>
                </a:lnTo>
                <a:lnTo>
                  <a:pt x="402545" y="505060"/>
                </a:lnTo>
                <a:lnTo>
                  <a:pt x="398842" y="497392"/>
                </a:lnTo>
                <a:lnTo>
                  <a:pt x="395140" y="489988"/>
                </a:lnTo>
                <a:lnTo>
                  <a:pt x="391966" y="481791"/>
                </a:lnTo>
                <a:lnTo>
                  <a:pt x="388792" y="474122"/>
                </a:lnTo>
                <a:lnTo>
                  <a:pt x="385618" y="466189"/>
                </a:lnTo>
                <a:lnTo>
                  <a:pt x="382709" y="458256"/>
                </a:lnTo>
                <a:lnTo>
                  <a:pt x="380064" y="449795"/>
                </a:lnTo>
                <a:lnTo>
                  <a:pt x="377684" y="441862"/>
                </a:lnTo>
                <a:lnTo>
                  <a:pt x="375303" y="433400"/>
                </a:lnTo>
                <a:lnTo>
                  <a:pt x="373187" y="425203"/>
                </a:lnTo>
                <a:lnTo>
                  <a:pt x="371336" y="416477"/>
                </a:lnTo>
                <a:lnTo>
                  <a:pt x="370014" y="407750"/>
                </a:lnTo>
                <a:lnTo>
                  <a:pt x="368427" y="399289"/>
                </a:lnTo>
                <a:lnTo>
                  <a:pt x="367369" y="390562"/>
                </a:lnTo>
                <a:lnTo>
                  <a:pt x="366311" y="382101"/>
                </a:lnTo>
                <a:lnTo>
                  <a:pt x="365517" y="373110"/>
                </a:lnTo>
                <a:lnTo>
                  <a:pt x="364988" y="364120"/>
                </a:lnTo>
                <a:lnTo>
                  <a:pt x="364724" y="355129"/>
                </a:lnTo>
                <a:lnTo>
                  <a:pt x="364724" y="346403"/>
                </a:lnTo>
                <a:lnTo>
                  <a:pt x="364988" y="337412"/>
                </a:lnTo>
                <a:lnTo>
                  <a:pt x="365253" y="328422"/>
                </a:lnTo>
                <a:lnTo>
                  <a:pt x="365782" y="319695"/>
                </a:lnTo>
                <a:lnTo>
                  <a:pt x="366575" y="310705"/>
                </a:lnTo>
                <a:lnTo>
                  <a:pt x="367898" y="301979"/>
                </a:lnTo>
                <a:lnTo>
                  <a:pt x="368956" y="292988"/>
                </a:lnTo>
                <a:lnTo>
                  <a:pt x="370542" y="284791"/>
                </a:lnTo>
                <a:lnTo>
                  <a:pt x="372394" y="276064"/>
                </a:lnTo>
                <a:lnTo>
                  <a:pt x="374245" y="267603"/>
                </a:lnTo>
                <a:lnTo>
                  <a:pt x="376626" y="259141"/>
                </a:lnTo>
                <a:lnTo>
                  <a:pt x="378477" y="250944"/>
                </a:lnTo>
                <a:lnTo>
                  <a:pt x="381386" y="242746"/>
                </a:lnTo>
                <a:lnTo>
                  <a:pt x="384031" y="234549"/>
                </a:lnTo>
                <a:lnTo>
                  <a:pt x="386940" y="226616"/>
                </a:lnTo>
                <a:lnTo>
                  <a:pt x="390114" y="218683"/>
                </a:lnTo>
                <a:lnTo>
                  <a:pt x="393553" y="210750"/>
                </a:lnTo>
                <a:lnTo>
                  <a:pt x="396991" y="203082"/>
                </a:lnTo>
                <a:lnTo>
                  <a:pt x="400694" y="195678"/>
                </a:lnTo>
                <a:lnTo>
                  <a:pt x="404396" y="187745"/>
                </a:lnTo>
                <a:lnTo>
                  <a:pt x="408628" y="180341"/>
                </a:lnTo>
                <a:lnTo>
                  <a:pt x="412860" y="173201"/>
                </a:lnTo>
                <a:lnTo>
                  <a:pt x="417356" y="165797"/>
                </a:lnTo>
                <a:lnTo>
                  <a:pt x="422117" y="158658"/>
                </a:lnTo>
                <a:lnTo>
                  <a:pt x="426878" y="151783"/>
                </a:lnTo>
                <a:lnTo>
                  <a:pt x="431638" y="144907"/>
                </a:lnTo>
                <a:lnTo>
                  <a:pt x="436664" y="138297"/>
                </a:lnTo>
                <a:lnTo>
                  <a:pt x="441953" y="131686"/>
                </a:lnTo>
                <a:lnTo>
                  <a:pt x="447243" y="125075"/>
                </a:lnTo>
                <a:lnTo>
                  <a:pt x="453062" y="118993"/>
                </a:lnTo>
                <a:lnTo>
                  <a:pt x="458616" y="112647"/>
                </a:lnTo>
                <a:lnTo>
                  <a:pt x="464434" y="106301"/>
                </a:lnTo>
                <a:lnTo>
                  <a:pt x="470518" y="100483"/>
                </a:lnTo>
                <a:lnTo>
                  <a:pt x="476865" y="94666"/>
                </a:lnTo>
                <a:lnTo>
                  <a:pt x="482948" y="89113"/>
                </a:lnTo>
                <a:lnTo>
                  <a:pt x="489560" y="83560"/>
                </a:lnTo>
                <a:lnTo>
                  <a:pt x="496172" y="78271"/>
                </a:lnTo>
                <a:lnTo>
                  <a:pt x="502520" y="72983"/>
                </a:lnTo>
                <a:lnTo>
                  <a:pt x="509397" y="67958"/>
                </a:lnTo>
                <a:lnTo>
                  <a:pt x="516538" y="62934"/>
                </a:lnTo>
                <a:lnTo>
                  <a:pt x="523414" y="58175"/>
                </a:lnTo>
                <a:lnTo>
                  <a:pt x="530820" y="53679"/>
                </a:lnTo>
                <a:lnTo>
                  <a:pt x="537961" y="49184"/>
                </a:lnTo>
                <a:lnTo>
                  <a:pt x="545367" y="45217"/>
                </a:lnTo>
                <a:lnTo>
                  <a:pt x="553301" y="40987"/>
                </a:lnTo>
                <a:lnTo>
                  <a:pt x="560707" y="37020"/>
                </a:lnTo>
                <a:lnTo>
                  <a:pt x="568377" y="33583"/>
                </a:lnTo>
                <a:lnTo>
                  <a:pt x="576311" y="29881"/>
                </a:lnTo>
                <a:lnTo>
                  <a:pt x="584510" y="26707"/>
                </a:lnTo>
                <a:lnTo>
                  <a:pt x="592445" y="23534"/>
                </a:lnTo>
                <a:lnTo>
                  <a:pt x="600379" y="20361"/>
                </a:lnTo>
                <a:lnTo>
                  <a:pt x="608843" y="17717"/>
                </a:lnTo>
                <a:lnTo>
                  <a:pt x="617042" y="15073"/>
                </a:lnTo>
                <a:lnTo>
                  <a:pt x="625505" y="12693"/>
                </a:lnTo>
                <a:lnTo>
                  <a:pt x="633969" y="10313"/>
                </a:lnTo>
                <a:lnTo>
                  <a:pt x="642697" y="8462"/>
                </a:lnTo>
                <a:lnTo>
                  <a:pt x="651425" y="6875"/>
                </a:lnTo>
                <a:lnTo>
                  <a:pt x="659888" y="5024"/>
                </a:lnTo>
                <a:lnTo>
                  <a:pt x="668881" y="3702"/>
                </a:lnTo>
                <a:lnTo>
                  <a:pt x="677873" y="2644"/>
                </a:lnTo>
                <a:lnTo>
                  <a:pt x="686601" y="1851"/>
                </a:lnTo>
                <a:lnTo>
                  <a:pt x="695858" y="793"/>
                </a:lnTo>
                <a:lnTo>
                  <a:pt x="704851" y="264"/>
                </a:lnTo>
                <a:lnTo>
                  <a:pt x="714108" y="0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KSO_Shape"/>
          <p:cNvSpPr/>
          <p:nvPr/>
        </p:nvSpPr>
        <p:spPr bwMode="auto">
          <a:xfrm>
            <a:off x="4922838" y="2532063"/>
            <a:ext cx="895350" cy="611188"/>
          </a:xfrm>
          <a:custGeom>
            <a:avLst/>
            <a:gdLst/>
            <a:ahLst/>
            <a:cxnLst/>
            <a:rect l="0" t="0" r="r" b="b"/>
            <a:pathLst>
              <a:path w="2608263" h="1778000">
                <a:moveTo>
                  <a:pt x="1956693" y="381000"/>
                </a:moveTo>
                <a:lnTo>
                  <a:pt x="1966217" y="381397"/>
                </a:lnTo>
                <a:lnTo>
                  <a:pt x="1975740" y="382192"/>
                </a:lnTo>
                <a:lnTo>
                  <a:pt x="1986057" y="382986"/>
                </a:lnTo>
                <a:lnTo>
                  <a:pt x="1995581" y="384575"/>
                </a:lnTo>
                <a:lnTo>
                  <a:pt x="2005501" y="386562"/>
                </a:lnTo>
                <a:lnTo>
                  <a:pt x="2015819" y="388548"/>
                </a:lnTo>
                <a:lnTo>
                  <a:pt x="2025739" y="391726"/>
                </a:lnTo>
                <a:lnTo>
                  <a:pt x="2035263" y="394904"/>
                </a:lnTo>
                <a:lnTo>
                  <a:pt x="2045580" y="398876"/>
                </a:lnTo>
                <a:lnTo>
                  <a:pt x="2055500" y="403246"/>
                </a:lnTo>
                <a:lnTo>
                  <a:pt x="2065421" y="408807"/>
                </a:lnTo>
                <a:lnTo>
                  <a:pt x="2075738" y="414766"/>
                </a:lnTo>
                <a:lnTo>
                  <a:pt x="2101927" y="438998"/>
                </a:lnTo>
                <a:lnTo>
                  <a:pt x="2143990" y="446149"/>
                </a:lnTo>
                <a:lnTo>
                  <a:pt x="2147958" y="448929"/>
                </a:lnTo>
                <a:lnTo>
                  <a:pt x="2151926" y="452107"/>
                </a:lnTo>
                <a:lnTo>
                  <a:pt x="2155497" y="455683"/>
                </a:lnTo>
                <a:lnTo>
                  <a:pt x="2158672" y="459655"/>
                </a:lnTo>
                <a:lnTo>
                  <a:pt x="2161847" y="464025"/>
                </a:lnTo>
                <a:lnTo>
                  <a:pt x="2164624" y="468395"/>
                </a:lnTo>
                <a:lnTo>
                  <a:pt x="2169783" y="477531"/>
                </a:lnTo>
                <a:lnTo>
                  <a:pt x="2173751" y="485874"/>
                </a:lnTo>
                <a:lnTo>
                  <a:pt x="2176529" y="493024"/>
                </a:lnTo>
                <a:lnTo>
                  <a:pt x="2179306" y="499380"/>
                </a:lnTo>
                <a:lnTo>
                  <a:pt x="2182878" y="516064"/>
                </a:lnTo>
                <a:lnTo>
                  <a:pt x="2186052" y="532749"/>
                </a:lnTo>
                <a:lnTo>
                  <a:pt x="2188036" y="549433"/>
                </a:lnTo>
                <a:lnTo>
                  <a:pt x="2189623" y="565720"/>
                </a:lnTo>
                <a:lnTo>
                  <a:pt x="2190417" y="582008"/>
                </a:lnTo>
                <a:lnTo>
                  <a:pt x="2190814" y="598692"/>
                </a:lnTo>
                <a:lnTo>
                  <a:pt x="2190814" y="615376"/>
                </a:lnTo>
                <a:lnTo>
                  <a:pt x="2190417" y="632855"/>
                </a:lnTo>
                <a:lnTo>
                  <a:pt x="2190020" y="642389"/>
                </a:lnTo>
                <a:lnTo>
                  <a:pt x="2188830" y="656293"/>
                </a:lnTo>
                <a:lnTo>
                  <a:pt x="2185259" y="692840"/>
                </a:lnTo>
                <a:lnTo>
                  <a:pt x="2183671" y="711908"/>
                </a:lnTo>
                <a:lnTo>
                  <a:pt x="2182878" y="730578"/>
                </a:lnTo>
                <a:lnTo>
                  <a:pt x="2182084" y="746468"/>
                </a:lnTo>
                <a:lnTo>
                  <a:pt x="2182481" y="753221"/>
                </a:lnTo>
                <a:lnTo>
                  <a:pt x="2182878" y="758386"/>
                </a:lnTo>
                <a:lnTo>
                  <a:pt x="2183671" y="765139"/>
                </a:lnTo>
                <a:lnTo>
                  <a:pt x="2184862" y="771098"/>
                </a:lnTo>
                <a:lnTo>
                  <a:pt x="2186449" y="775865"/>
                </a:lnTo>
                <a:lnTo>
                  <a:pt x="2188433" y="779837"/>
                </a:lnTo>
                <a:lnTo>
                  <a:pt x="2192798" y="787782"/>
                </a:lnTo>
                <a:lnTo>
                  <a:pt x="2195179" y="792152"/>
                </a:lnTo>
                <a:lnTo>
                  <a:pt x="2198353" y="798508"/>
                </a:lnTo>
                <a:lnTo>
                  <a:pt x="2200734" y="804069"/>
                </a:lnTo>
                <a:lnTo>
                  <a:pt x="2202719" y="810028"/>
                </a:lnTo>
                <a:lnTo>
                  <a:pt x="2204306" y="815987"/>
                </a:lnTo>
                <a:lnTo>
                  <a:pt x="2205496" y="822343"/>
                </a:lnTo>
                <a:lnTo>
                  <a:pt x="2206687" y="829096"/>
                </a:lnTo>
                <a:lnTo>
                  <a:pt x="2207480" y="835452"/>
                </a:lnTo>
                <a:lnTo>
                  <a:pt x="2207877" y="842205"/>
                </a:lnTo>
                <a:lnTo>
                  <a:pt x="2207877" y="848561"/>
                </a:lnTo>
                <a:lnTo>
                  <a:pt x="2207480" y="862465"/>
                </a:lnTo>
                <a:lnTo>
                  <a:pt x="2206290" y="875177"/>
                </a:lnTo>
                <a:lnTo>
                  <a:pt x="2204306" y="887889"/>
                </a:lnTo>
                <a:lnTo>
                  <a:pt x="2202321" y="899806"/>
                </a:lnTo>
                <a:lnTo>
                  <a:pt x="2199544" y="913312"/>
                </a:lnTo>
                <a:lnTo>
                  <a:pt x="2197560" y="920463"/>
                </a:lnTo>
                <a:lnTo>
                  <a:pt x="2195179" y="927613"/>
                </a:lnTo>
                <a:lnTo>
                  <a:pt x="2192798" y="934367"/>
                </a:lnTo>
                <a:lnTo>
                  <a:pt x="2190020" y="941517"/>
                </a:lnTo>
                <a:lnTo>
                  <a:pt x="2186846" y="947873"/>
                </a:lnTo>
                <a:lnTo>
                  <a:pt x="2183275" y="953037"/>
                </a:lnTo>
                <a:lnTo>
                  <a:pt x="2181291" y="955818"/>
                </a:lnTo>
                <a:lnTo>
                  <a:pt x="2178909" y="958201"/>
                </a:lnTo>
                <a:lnTo>
                  <a:pt x="2176132" y="960188"/>
                </a:lnTo>
                <a:lnTo>
                  <a:pt x="2173354" y="961777"/>
                </a:lnTo>
                <a:lnTo>
                  <a:pt x="2167799" y="965749"/>
                </a:lnTo>
                <a:lnTo>
                  <a:pt x="2162243" y="968530"/>
                </a:lnTo>
                <a:lnTo>
                  <a:pt x="2156291" y="971708"/>
                </a:lnTo>
                <a:lnTo>
                  <a:pt x="2151133" y="975283"/>
                </a:lnTo>
                <a:lnTo>
                  <a:pt x="2147958" y="977269"/>
                </a:lnTo>
                <a:lnTo>
                  <a:pt x="2145974" y="979653"/>
                </a:lnTo>
                <a:lnTo>
                  <a:pt x="2143593" y="982434"/>
                </a:lnTo>
                <a:lnTo>
                  <a:pt x="2142006" y="985612"/>
                </a:lnTo>
                <a:lnTo>
                  <a:pt x="2139625" y="990379"/>
                </a:lnTo>
                <a:lnTo>
                  <a:pt x="2137641" y="995543"/>
                </a:lnTo>
                <a:lnTo>
                  <a:pt x="2136450" y="1000707"/>
                </a:lnTo>
                <a:lnTo>
                  <a:pt x="2135260" y="1005871"/>
                </a:lnTo>
                <a:lnTo>
                  <a:pt x="2134466" y="1011433"/>
                </a:lnTo>
                <a:lnTo>
                  <a:pt x="2133673" y="1016597"/>
                </a:lnTo>
                <a:lnTo>
                  <a:pt x="2132879" y="1028514"/>
                </a:lnTo>
                <a:lnTo>
                  <a:pt x="2132085" y="1039637"/>
                </a:lnTo>
                <a:lnTo>
                  <a:pt x="2131292" y="1051158"/>
                </a:lnTo>
                <a:lnTo>
                  <a:pt x="2130895" y="1056719"/>
                </a:lnTo>
                <a:lnTo>
                  <a:pt x="2130101" y="1061883"/>
                </a:lnTo>
                <a:lnTo>
                  <a:pt x="2128911" y="1067445"/>
                </a:lnTo>
                <a:lnTo>
                  <a:pt x="2127721" y="1072212"/>
                </a:lnTo>
                <a:lnTo>
                  <a:pt x="2125736" y="1078170"/>
                </a:lnTo>
                <a:lnTo>
                  <a:pt x="2123355" y="1082937"/>
                </a:lnTo>
                <a:lnTo>
                  <a:pt x="2120578" y="1087307"/>
                </a:lnTo>
                <a:lnTo>
                  <a:pt x="2117800" y="1091280"/>
                </a:lnTo>
                <a:lnTo>
                  <a:pt x="2112245" y="1098430"/>
                </a:lnTo>
                <a:lnTo>
                  <a:pt x="2106293" y="1105183"/>
                </a:lnTo>
                <a:lnTo>
                  <a:pt x="2103515" y="1109156"/>
                </a:lnTo>
                <a:lnTo>
                  <a:pt x="2101134" y="1112731"/>
                </a:lnTo>
                <a:lnTo>
                  <a:pt x="2098356" y="1116703"/>
                </a:lnTo>
                <a:lnTo>
                  <a:pt x="2096372" y="1121470"/>
                </a:lnTo>
                <a:lnTo>
                  <a:pt x="2093991" y="1126237"/>
                </a:lnTo>
                <a:lnTo>
                  <a:pt x="2092801" y="1131799"/>
                </a:lnTo>
                <a:lnTo>
                  <a:pt x="2091610" y="1138155"/>
                </a:lnTo>
                <a:lnTo>
                  <a:pt x="2090817" y="1145305"/>
                </a:lnTo>
                <a:lnTo>
                  <a:pt x="2127721" y="1150470"/>
                </a:lnTo>
                <a:lnTo>
                  <a:pt x="2138435" y="1173907"/>
                </a:lnTo>
                <a:lnTo>
                  <a:pt x="2144783" y="1187016"/>
                </a:lnTo>
                <a:lnTo>
                  <a:pt x="2152323" y="1201317"/>
                </a:lnTo>
                <a:lnTo>
                  <a:pt x="2159863" y="1214426"/>
                </a:lnTo>
                <a:lnTo>
                  <a:pt x="2163831" y="1220782"/>
                </a:lnTo>
                <a:lnTo>
                  <a:pt x="2167799" y="1226741"/>
                </a:lnTo>
                <a:lnTo>
                  <a:pt x="2171767" y="1231905"/>
                </a:lnTo>
                <a:lnTo>
                  <a:pt x="2175735" y="1236672"/>
                </a:lnTo>
                <a:lnTo>
                  <a:pt x="2180497" y="1240645"/>
                </a:lnTo>
                <a:lnTo>
                  <a:pt x="2184862" y="1243823"/>
                </a:lnTo>
                <a:lnTo>
                  <a:pt x="2241606" y="1259713"/>
                </a:lnTo>
                <a:lnTo>
                  <a:pt x="2293192" y="1281164"/>
                </a:lnTo>
                <a:lnTo>
                  <a:pt x="2345572" y="1303807"/>
                </a:lnTo>
                <a:lnTo>
                  <a:pt x="2397951" y="1326053"/>
                </a:lnTo>
                <a:lnTo>
                  <a:pt x="2449140" y="1347902"/>
                </a:lnTo>
                <a:lnTo>
                  <a:pt x="2461045" y="1352669"/>
                </a:lnTo>
                <a:lnTo>
                  <a:pt x="2472552" y="1356641"/>
                </a:lnTo>
                <a:lnTo>
                  <a:pt x="2496361" y="1365381"/>
                </a:lnTo>
                <a:lnTo>
                  <a:pt x="2519773" y="1373723"/>
                </a:lnTo>
                <a:lnTo>
                  <a:pt x="2530884" y="1378093"/>
                </a:lnTo>
                <a:lnTo>
                  <a:pt x="2541995" y="1382860"/>
                </a:lnTo>
                <a:lnTo>
                  <a:pt x="2552312" y="1388421"/>
                </a:lnTo>
                <a:lnTo>
                  <a:pt x="2562233" y="1394380"/>
                </a:lnTo>
                <a:lnTo>
                  <a:pt x="2566597" y="1397558"/>
                </a:lnTo>
                <a:lnTo>
                  <a:pt x="2571756" y="1400736"/>
                </a:lnTo>
                <a:lnTo>
                  <a:pt x="2576121" y="1404311"/>
                </a:lnTo>
                <a:lnTo>
                  <a:pt x="2580089" y="1407886"/>
                </a:lnTo>
                <a:lnTo>
                  <a:pt x="2584057" y="1411859"/>
                </a:lnTo>
                <a:lnTo>
                  <a:pt x="2587629" y="1416228"/>
                </a:lnTo>
                <a:lnTo>
                  <a:pt x="2591200" y="1420598"/>
                </a:lnTo>
                <a:lnTo>
                  <a:pt x="2594375" y="1425365"/>
                </a:lnTo>
                <a:lnTo>
                  <a:pt x="2597946" y="1430132"/>
                </a:lnTo>
                <a:lnTo>
                  <a:pt x="2600723" y="1435296"/>
                </a:lnTo>
                <a:lnTo>
                  <a:pt x="2603105" y="1440858"/>
                </a:lnTo>
                <a:lnTo>
                  <a:pt x="2605089" y="1446817"/>
                </a:lnTo>
                <a:lnTo>
                  <a:pt x="2605485" y="1465487"/>
                </a:lnTo>
                <a:lnTo>
                  <a:pt x="2605882" y="1488528"/>
                </a:lnTo>
                <a:lnTo>
                  <a:pt x="2607073" y="1542951"/>
                </a:lnTo>
                <a:lnTo>
                  <a:pt x="2608263" y="1599757"/>
                </a:lnTo>
                <a:lnTo>
                  <a:pt x="2608263" y="1625975"/>
                </a:lnTo>
                <a:lnTo>
                  <a:pt x="2608263" y="1649413"/>
                </a:lnTo>
                <a:lnTo>
                  <a:pt x="2308271" y="1649413"/>
                </a:lnTo>
                <a:lnTo>
                  <a:pt x="2307081" y="1594196"/>
                </a:lnTo>
                <a:lnTo>
                  <a:pt x="2305493" y="1538581"/>
                </a:lnTo>
                <a:lnTo>
                  <a:pt x="2305097" y="1494486"/>
                </a:lnTo>
                <a:lnTo>
                  <a:pt x="2305097" y="1482172"/>
                </a:lnTo>
                <a:lnTo>
                  <a:pt x="2301129" y="1470651"/>
                </a:lnTo>
                <a:lnTo>
                  <a:pt x="2297557" y="1461117"/>
                </a:lnTo>
                <a:lnTo>
                  <a:pt x="2293986" y="1451981"/>
                </a:lnTo>
                <a:lnTo>
                  <a:pt x="2289224" y="1443241"/>
                </a:lnTo>
                <a:lnTo>
                  <a:pt x="2284859" y="1434899"/>
                </a:lnTo>
                <a:lnTo>
                  <a:pt x="2280097" y="1426954"/>
                </a:lnTo>
                <a:lnTo>
                  <a:pt x="2275335" y="1419406"/>
                </a:lnTo>
                <a:lnTo>
                  <a:pt x="2270177" y="1411859"/>
                </a:lnTo>
                <a:lnTo>
                  <a:pt x="2264621" y="1405106"/>
                </a:lnTo>
                <a:lnTo>
                  <a:pt x="2258669" y="1398352"/>
                </a:lnTo>
                <a:lnTo>
                  <a:pt x="2252717" y="1391996"/>
                </a:lnTo>
                <a:lnTo>
                  <a:pt x="2246765" y="1386435"/>
                </a:lnTo>
                <a:lnTo>
                  <a:pt x="2240416" y="1380079"/>
                </a:lnTo>
                <a:lnTo>
                  <a:pt x="2234067" y="1374915"/>
                </a:lnTo>
                <a:lnTo>
                  <a:pt x="2226924" y="1369750"/>
                </a:lnTo>
                <a:lnTo>
                  <a:pt x="2220178" y="1364983"/>
                </a:lnTo>
                <a:lnTo>
                  <a:pt x="2213433" y="1360217"/>
                </a:lnTo>
                <a:lnTo>
                  <a:pt x="2206290" y="1355450"/>
                </a:lnTo>
                <a:lnTo>
                  <a:pt x="2198750" y="1351080"/>
                </a:lnTo>
                <a:lnTo>
                  <a:pt x="2184465" y="1343532"/>
                </a:lnTo>
                <a:lnTo>
                  <a:pt x="2169386" y="1336382"/>
                </a:lnTo>
                <a:lnTo>
                  <a:pt x="2154307" y="1330026"/>
                </a:lnTo>
                <a:lnTo>
                  <a:pt x="2139228" y="1323670"/>
                </a:lnTo>
                <a:lnTo>
                  <a:pt x="2124546" y="1318108"/>
                </a:lnTo>
                <a:lnTo>
                  <a:pt x="2095578" y="1307780"/>
                </a:lnTo>
                <a:lnTo>
                  <a:pt x="2067405" y="1297849"/>
                </a:lnTo>
                <a:lnTo>
                  <a:pt x="2053913" y="1293082"/>
                </a:lnTo>
                <a:lnTo>
                  <a:pt x="2041215" y="1287917"/>
                </a:lnTo>
                <a:lnTo>
                  <a:pt x="1985264" y="1263685"/>
                </a:lnTo>
                <a:lnTo>
                  <a:pt x="1926932" y="1239056"/>
                </a:lnTo>
                <a:lnTo>
                  <a:pt x="1840427" y="1202112"/>
                </a:lnTo>
                <a:lnTo>
                  <a:pt x="1797571" y="1183441"/>
                </a:lnTo>
                <a:lnTo>
                  <a:pt x="1755111" y="1166359"/>
                </a:lnTo>
                <a:lnTo>
                  <a:pt x="1762651" y="1150470"/>
                </a:lnTo>
                <a:lnTo>
                  <a:pt x="1790031" y="1143716"/>
                </a:lnTo>
                <a:lnTo>
                  <a:pt x="1788047" y="1138155"/>
                </a:lnTo>
                <a:lnTo>
                  <a:pt x="1786460" y="1132196"/>
                </a:lnTo>
                <a:lnTo>
                  <a:pt x="1784873" y="1127429"/>
                </a:lnTo>
                <a:lnTo>
                  <a:pt x="1782492" y="1123457"/>
                </a:lnTo>
                <a:lnTo>
                  <a:pt x="1780111" y="1119484"/>
                </a:lnTo>
                <a:lnTo>
                  <a:pt x="1777730" y="1115909"/>
                </a:lnTo>
                <a:lnTo>
                  <a:pt x="1772571" y="1109950"/>
                </a:lnTo>
                <a:lnTo>
                  <a:pt x="1767413" y="1103594"/>
                </a:lnTo>
                <a:lnTo>
                  <a:pt x="1762254" y="1097636"/>
                </a:lnTo>
                <a:lnTo>
                  <a:pt x="1759476" y="1094458"/>
                </a:lnTo>
                <a:lnTo>
                  <a:pt x="1757095" y="1091280"/>
                </a:lnTo>
                <a:lnTo>
                  <a:pt x="1755111" y="1087307"/>
                </a:lnTo>
                <a:lnTo>
                  <a:pt x="1753524" y="1082937"/>
                </a:lnTo>
                <a:lnTo>
                  <a:pt x="1743207" y="973694"/>
                </a:lnTo>
                <a:lnTo>
                  <a:pt x="1743207" y="974091"/>
                </a:lnTo>
                <a:lnTo>
                  <a:pt x="1742413" y="974091"/>
                </a:lnTo>
                <a:lnTo>
                  <a:pt x="1739636" y="973694"/>
                </a:lnTo>
                <a:lnTo>
                  <a:pt x="1730112" y="972105"/>
                </a:lnTo>
                <a:lnTo>
                  <a:pt x="1720985" y="969324"/>
                </a:lnTo>
                <a:lnTo>
                  <a:pt x="1717414" y="968133"/>
                </a:lnTo>
                <a:lnTo>
                  <a:pt x="1715033" y="967338"/>
                </a:lnTo>
                <a:lnTo>
                  <a:pt x="1711065" y="963763"/>
                </a:lnTo>
                <a:lnTo>
                  <a:pt x="1707097" y="960188"/>
                </a:lnTo>
                <a:lnTo>
                  <a:pt x="1703129" y="955818"/>
                </a:lnTo>
                <a:lnTo>
                  <a:pt x="1699954" y="950654"/>
                </a:lnTo>
                <a:lnTo>
                  <a:pt x="1697177" y="945490"/>
                </a:lnTo>
                <a:lnTo>
                  <a:pt x="1694399" y="939531"/>
                </a:lnTo>
                <a:lnTo>
                  <a:pt x="1692018" y="932778"/>
                </a:lnTo>
                <a:lnTo>
                  <a:pt x="1689637" y="926422"/>
                </a:lnTo>
                <a:lnTo>
                  <a:pt x="1688050" y="919668"/>
                </a:lnTo>
                <a:lnTo>
                  <a:pt x="1686066" y="912518"/>
                </a:lnTo>
                <a:lnTo>
                  <a:pt x="1683288" y="897423"/>
                </a:lnTo>
                <a:lnTo>
                  <a:pt x="1681304" y="882327"/>
                </a:lnTo>
                <a:lnTo>
                  <a:pt x="1679717" y="867232"/>
                </a:lnTo>
                <a:lnTo>
                  <a:pt x="1684875" y="862465"/>
                </a:lnTo>
                <a:lnTo>
                  <a:pt x="1689637" y="857698"/>
                </a:lnTo>
                <a:lnTo>
                  <a:pt x="1694796" y="851739"/>
                </a:lnTo>
                <a:lnTo>
                  <a:pt x="1699161" y="845780"/>
                </a:lnTo>
                <a:lnTo>
                  <a:pt x="1703525" y="839424"/>
                </a:lnTo>
                <a:lnTo>
                  <a:pt x="1707891" y="832671"/>
                </a:lnTo>
                <a:lnTo>
                  <a:pt x="1711462" y="825918"/>
                </a:lnTo>
                <a:lnTo>
                  <a:pt x="1715033" y="818767"/>
                </a:lnTo>
                <a:lnTo>
                  <a:pt x="1718208" y="811617"/>
                </a:lnTo>
                <a:lnTo>
                  <a:pt x="1720985" y="804466"/>
                </a:lnTo>
                <a:lnTo>
                  <a:pt x="1726144" y="790166"/>
                </a:lnTo>
                <a:lnTo>
                  <a:pt x="1730509" y="776262"/>
                </a:lnTo>
                <a:lnTo>
                  <a:pt x="1734080" y="762755"/>
                </a:lnTo>
                <a:lnTo>
                  <a:pt x="1736858" y="750838"/>
                </a:lnTo>
                <a:lnTo>
                  <a:pt x="1738842" y="740510"/>
                </a:lnTo>
                <a:lnTo>
                  <a:pt x="1742413" y="720647"/>
                </a:lnTo>
                <a:lnTo>
                  <a:pt x="1743604" y="709524"/>
                </a:lnTo>
                <a:lnTo>
                  <a:pt x="1745191" y="698798"/>
                </a:lnTo>
                <a:lnTo>
                  <a:pt x="1746381" y="687278"/>
                </a:lnTo>
                <a:lnTo>
                  <a:pt x="1747175" y="675361"/>
                </a:lnTo>
                <a:lnTo>
                  <a:pt x="1747572" y="663443"/>
                </a:lnTo>
                <a:lnTo>
                  <a:pt x="1747572" y="651129"/>
                </a:lnTo>
                <a:lnTo>
                  <a:pt x="1747175" y="638814"/>
                </a:lnTo>
                <a:lnTo>
                  <a:pt x="1746381" y="626102"/>
                </a:lnTo>
                <a:lnTo>
                  <a:pt x="1744794" y="613787"/>
                </a:lnTo>
                <a:lnTo>
                  <a:pt x="1742810" y="601473"/>
                </a:lnTo>
                <a:lnTo>
                  <a:pt x="1740033" y="589158"/>
                </a:lnTo>
                <a:lnTo>
                  <a:pt x="1736461" y="576843"/>
                </a:lnTo>
                <a:lnTo>
                  <a:pt x="1732096" y="564529"/>
                </a:lnTo>
                <a:lnTo>
                  <a:pt x="1726937" y="553008"/>
                </a:lnTo>
                <a:lnTo>
                  <a:pt x="1723366" y="546255"/>
                </a:lnTo>
                <a:lnTo>
                  <a:pt x="1720192" y="539899"/>
                </a:lnTo>
                <a:lnTo>
                  <a:pt x="1715033" y="530365"/>
                </a:lnTo>
                <a:lnTo>
                  <a:pt x="1712652" y="526393"/>
                </a:lnTo>
                <a:lnTo>
                  <a:pt x="1711859" y="521229"/>
                </a:lnTo>
                <a:lnTo>
                  <a:pt x="1711859" y="516064"/>
                </a:lnTo>
                <a:lnTo>
                  <a:pt x="1711462" y="509708"/>
                </a:lnTo>
                <a:lnTo>
                  <a:pt x="1712255" y="493421"/>
                </a:lnTo>
                <a:lnTo>
                  <a:pt x="1716223" y="486271"/>
                </a:lnTo>
                <a:lnTo>
                  <a:pt x="1720192" y="479915"/>
                </a:lnTo>
                <a:lnTo>
                  <a:pt x="1724557" y="473559"/>
                </a:lnTo>
                <a:lnTo>
                  <a:pt x="1728922" y="467600"/>
                </a:lnTo>
                <a:lnTo>
                  <a:pt x="1734080" y="462039"/>
                </a:lnTo>
                <a:lnTo>
                  <a:pt x="1738842" y="456477"/>
                </a:lnTo>
                <a:lnTo>
                  <a:pt x="1743604" y="451313"/>
                </a:lnTo>
                <a:lnTo>
                  <a:pt x="1748762" y="446546"/>
                </a:lnTo>
                <a:lnTo>
                  <a:pt x="1754318" y="442176"/>
                </a:lnTo>
                <a:lnTo>
                  <a:pt x="1759476" y="438204"/>
                </a:lnTo>
                <a:lnTo>
                  <a:pt x="1765429" y="434231"/>
                </a:lnTo>
                <a:lnTo>
                  <a:pt x="1771381" y="430259"/>
                </a:lnTo>
                <a:lnTo>
                  <a:pt x="1776936" y="427081"/>
                </a:lnTo>
                <a:lnTo>
                  <a:pt x="1782888" y="424300"/>
                </a:lnTo>
                <a:lnTo>
                  <a:pt x="1789634" y="421917"/>
                </a:lnTo>
                <a:lnTo>
                  <a:pt x="1795587" y="419533"/>
                </a:lnTo>
                <a:lnTo>
                  <a:pt x="1820983" y="409999"/>
                </a:lnTo>
                <a:lnTo>
                  <a:pt x="1834871" y="404438"/>
                </a:lnTo>
                <a:lnTo>
                  <a:pt x="1849950" y="399273"/>
                </a:lnTo>
                <a:lnTo>
                  <a:pt x="1865823" y="394506"/>
                </a:lnTo>
                <a:lnTo>
                  <a:pt x="1882886" y="390137"/>
                </a:lnTo>
                <a:lnTo>
                  <a:pt x="1900742" y="386562"/>
                </a:lnTo>
                <a:lnTo>
                  <a:pt x="1909472" y="384973"/>
                </a:lnTo>
                <a:lnTo>
                  <a:pt x="1918599" y="383384"/>
                </a:lnTo>
                <a:lnTo>
                  <a:pt x="1927726" y="382589"/>
                </a:lnTo>
                <a:lnTo>
                  <a:pt x="1937249" y="381795"/>
                </a:lnTo>
                <a:lnTo>
                  <a:pt x="1946773" y="381397"/>
                </a:lnTo>
                <a:lnTo>
                  <a:pt x="1956693" y="381000"/>
                </a:lnTo>
                <a:close/>
                <a:moveTo>
                  <a:pt x="674585" y="381000"/>
                </a:moveTo>
                <a:lnTo>
                  <a:pt x="684505" y="381397"/>
                </a:lnTo>
                <a:lnTo>
                  <a:pt x="694029" y="382192"/>
                </a:lnTo>
                <a:lnTo>
                  <a:pt x="703552" y="382986"/>
                </a:lnTo>
                <a:lnTo>
                  <a:pt x="713870" y="384575"/>
                </a:lnTo>
                <a:lnTo>
                  <a:pt x="723790" y="386562"/>
                </a:lnTo>
                <a:lnTo>
                  <a:pt x="733710" y="388548"/>
                </a:lnTo>
                <a:lnTo>
                  <a:pt x="743631" y="391726"/>
                </a:lnTo>
                <a:lnTo>
                  <a:pt x="753551" y="394904"/>
                </a:lnTo>
                <a:lnTo>
                  <a:pt x="763868" y="398876"/>
                </a:lnTo>
                <a:lnTo>
                  <a:pt x="773789" y="403246"/>
                </a:lnTo>
                <a:lnTo>
                  <a:pt x="783709" y="408807"/>
                </a:lnTo>
                <a:lnTo>
                  <a:pt x="793629" y="414766"/>
                </a:lnTo>
                <a:lnTo>
                  <a:pt x="820216" y="438998"/>
                </a:lnTo>
                <a:lnTo>
                  <a:pt x="861088" y="446149"/>
                </a:lnTo>
                <a:lnTo>
                  <a:pt x="863866" y="468792"/>
                </a:lnTo>
                <a:lnTo>
                  <a:pt x="867040" y="491832"/>
                </a:lnTo>
                <a:lnTo>
                  <a:pt x="871008" y="514873"/>
                </a:lnTo>
                <a:lnTo>
                  <a:pt x="876167" y="539105"/>
                </a:lnTo>
                <a:lnTo>
                  <a:pt x="871405" y="548241"/>
                </a:lnTo>
                <a:lnTo>
                  <a:pt x="868231" y="554200"/>
                </a:lnTo>
                <a:lnTo>
                  <a:pt x="864659" y="560556"/>
                </a:lnTo>
                <a:lnTo>
                  <a:pt x="861088" y="568501"/>
                </a:lnTo>
                <a:lnTo>
                  <a:pt x="858310" y="577241"/>
                </a:lnTo>
                <a:lnTo>
                  <a:pt x="855533" y="586377"/>
                </a:lnTo>
                <a:lnTo>
                  <a:pt x="854342" y="591144"/>
                </a:lnTo>
                <a:lnTo>
                  <a:pt x="853548" y="596309"/>
                </a:lnTo>
                <a:lnTo>
                  <a:pt x="853152" y="602267"/>
                </a:lnTo>
                <a:lnTo>
                  <a:pt x="852755" y="607431"/>
                </a:lnTo>
                <a:lnTo>
                  <a:pt x="852755" y="613390"/>
                </a:lnTo>
                <a:lnTo>
                  <a:pt x="853152" y="619349"/>
                </a:lnTo>
                <a:lnTo>
                  <a:pt x="854739" y="642786"/>
                </a:lnTo>
                <a:lnTo>
                  <a:pt x="856723" y="670991"/>
                </a:lnTo>
                <a:lnTo>
                  <a:pt x="857913" y="686087"/>
                </a:lnTo>
                <a:lnTo>
                  <a:pt x="859501" y="700785"/>
                </a:lnTo>
                <a:lnTo>
                  <a:pt x="861485" y="716675"/>
                </a:lnTo>
                <a:lnTo>
                  <a:pt x="863469" y="732167"/>
                </a:lnTo>
                <a:lnTo>
                  <a:pt x="866247" y="748057"/>
                </a:lnTo>
                <a:lnTo>
                  <a:pt x="869818" y="763153"/>
                </a:lnTo>
                <a:lnTo>
                  <a:pt x="873786" y="779043"/>
                </a:lnTo>
                <a:lnTo>
                  <a:pt x="878548" y="793741"/>
                </a:lnTo>
                <a:lnTo>
                  <a:pt x="883706" y="808439"/>
                </a:lnTo>
                <a:lnTo>
                  <a:pt x="886881" y="815589"/>
                </a:lnTo>
                <a:lnTo>
                  <a:pt x="890055" y="822343"/>
                </a:lnTo>
                <a:lnTo>
                  <a:pt x="893230" y="829493"/>
                </a:lnTo>
                <a:lnTo>
                  <a:pt x="896801" y="835849"/>
                </a:lnTo>
                <a:lnTo>
                  <a:pt x="901166" y="842205"/>
                </a:lnTo>
                <a:lnTo>
                  <a:pt x="905134" y="848561"/>
                </a:lnTo>
                <a:lnTo>
                  <a:pt x="909896" y="854520"/>
                </a:lnTo>
                <a:lnTo>
                  <a:pt x="914261" y="860081"/>
                </a:lnTo>
                <a:lnTo>
                  <a:pt x="919420" y="865643"/>
                </a:lnTo>
                <a:lnTo>
                  <a:pt x="924578" y="870807"/>
                </a:lnTo>
                <a:lnTo>
                  <a:pt x="922594" y="885902"/>
                </a:lnTo>
                <a:lnTo>
                  <a:pt x="920213" y="899806"/>
                </a:lnTo>
                <a:lnTo>
                  <a:pt x="917436" y="913312"/>
                </a:lnTo>
                <a:lnTo>
                  <a:pt x="915451" y="920463"/>
                </a:lnTo>
                <a:lnTo>
                  <a:pt x="913467" y="927613"/>
                </a:lnTo>
                <a:lnTo>
                  <a:pt x="911087" y="934367"/>
                </a:lnTo>
                <a:lnTo>
                  <a:pt x="908309" y="941517"/>
                </a:lnTo>
                <a:lnTo>
                  <a:pt x="905134" y="947873"/>
                </a:lnTo>
                <a:lnTo>
                  <a:pt x="901563" y="953037"/>
                </a:lnTo>
                <a:lnTo>
                  <a:pt x="899182" y="955818"/>
                </a:lnTo>
                <a:lnTo>
                  <a:pt x="896801" y="958201"/>
                </a:lnTo>
                <a:lnTo>
                  <a:pt x="894420" y="960188"/>
                </a:lnTo>
                <a:lnTo>
                  <a:pt x="891643" y="961777"/>
                </a:lnTo>
                <a:lnTo>
                  <a:pt x="886087" y="965749"/>
                </a:lnTo>
                <a:lnTo>
                  <a:pt x="880532" y="968530"/>
                </a:lnTo>
                <a:lnTo>
                  <a:pt x="874580" y="971708"/>
                </a:lnTo>
                <a:lnTo>
                  <a:pt x="869024" y="975283"/>
                </a:lnTo>
                <a:lnTo>
                  <a:pt x="866247" y="977269"/>
                </a:lnTo>
                <a:lnTo>
                  <a:pt x="863866" y="979653"/>
                </a:lnTo>
                <a:lnTo>
                  <a:pt x="861881" y="982434"/>
                </a:lnTo>
                <a:lnTo>
                  <a:pt x="859897" y="985612"/>
                </a:lnTo>
                <a:lnTo>
                  <a:pt x="857913" y="990379"/>
                </a:lnTo>
                <a:lnTo>
                  <a:pt x="855929" y="995543"/>
                </a:lnTo>
                <a:lnTo>
                  <a:pt x="854342" y="1000707"/>
                </a:lnTo>
                <a:lnTo>
                  <a:pt x="853152" y="1005871"/>
                </a:lnTo>
                <a:lnTo>
                  <a:pt x="852358" y="1011433"/>
                </a:lnTo>
                <a:lnTo>
                  <a:pt x="851961" y="1016597"/>
                </a:lnTo>
                <a:lnTo>
                  <a:pt x="851167" y="1028514"/>
                </a:lnTo>
                <a:lnTo>
                  <a:pt x="850374" y="1039637"/>
                </a:lnTo>
                <a:lnTo>
                  <a:pt x="849580" y="1051158"/>
                </a:lnTo>
                <a:lnTo>
                  <a:pt x="849183" y="1056719"/>
                </a:lnTo>
                <a:lnTo>
                  <a:pt x="848390" y="1061883"/>
                </a:lnTo>
                <a:lnTo>
                  <a:pt x="847199" y="1067445"/>
                </a:lnTo>
                <a:lnTo>
                  <a:pt x="845612" y="1072212"/>
                </a:lnTo>
                <a:lnTo>
                  <a:pt x="843231" y="1078170"/>
                </a:lnTo>
                <a:lnTo>
                  <a:pt x="841247" y="1082937"/>
                </a:lnTo>
                <a:lnTo>
                  <a:pt x="838469" y="1087307"/>
                </a:lnTo>
                <a:lnTo>
                  <a:pt x="836089" y="1091280"/>
                </a:lnTo>
                <a:lnTo>
                  <a:pt x="830136" y="1098430"/>
                </a:lnTo>
                <a:lnTo>
                  <a:pt x="824581" y="1105183"/>
                </a:lnTo>
                <a:lnTo>
                  <a:pt x="821803" y="1109156"/>
                </a:lnTo>
                <a:lnTo>
                  <a:pt x="819026" y="1112731"/>
                </a:lnTo>
                <a:lnTo>
                  <a:pt x="816248" y="1116703"/>
                </a:lnTo>
                <a:lnTo>
                  <a:pt x="814264" y="1121470"/>
                </a:lnTo>
                <a:lnTo>
                  <a:pt x="812280" y="1126237"/>
                </a:lnTo>
                <a:lnTo>
                  <a:pt x="810692" y="1131799"/>
                </a:lnTo>
                <a:lnTo>
                  <a:pt x="809899" y="1138155"/>
                </a:lnTo>
                <a:lnTo>
                  <a:pt x="809105" y="1145305"/>
                </a:lnTo>
                <a:lnTo>
                  <a:pt x="845612" y="1150470"/>
                </a:lnTo>
                <a:lnTo>
                  <a:pt x="853152" y="1166757"/>
                </a:lnTo>
                <a:lnTo>
                  <a:pt x="811089" y="1183838"/>
                </a:lnTo>
                <a:lnTo>
                  <a:pt x="768233" y="1202112"/>
                </a:lnTo>
                <a:lnTo>
                  <a:pt x="682521" y="1239056"/>
                </a:lnTo>
                <a:lnTo>
                  <a:pt x="624586" y="1263685"/>
                </a:lnTo>
                <a:lnTo>
                  <a:pt x="568635" y="1287917"/>
                </a:lnTo>
                <a:lnTo>
                  <a:pt x="555541" y="1293082"/>
                </a:lnTo>
                <a:lnTo>
                  <a:pt x="542446" y="1297849"/>
                </a:lnTo>
                <a:lnTo>
                  <a:pt x="514669" y="1307780"/>
                </a:lnTo>
                <a:lnTo>
                  <a:pt x="485304" y="1318108"/>
                </a:lnTo>
                <a:lnTo>
                  <a:pt x="470225" y="1323670"/>
                </a:lnTo>
                <a:lnTo>
                  <a:pt x="455146" y="1330026"/>
                </a:lnTo>
                <a:lnTo>
                  <a:pt x="440464" y="1336382"/>
                </a:lnTo>
                <a:lnTo>
                  <a:pt x="425385" y="1343532"/>
                </a:lnTo>
                <a:lnTo>
                  <a:pt x="410703" y="1351080"/>
                </a:lnTo>
                <a:lnTo>
                  <a:pt x="403561" y="1355450"/>
                </a:lnTo>
                <a:lnTo>
                  <a:pt x="396418" y="1360217"/>
                </a:lnTo>
                <a:lnTo>
                  <a:pt x="389275" y="1364983"/>
                </a:lnTo>
                <a:lnTo>
                  <a:pt x="382529" y="1369750"/>
                </a:lnTo>
                <a:lnTo>
                  <a:pt x="376180" y="1374915"/>
                </a:lnTo>
                <a:lnTo>
                  <a:pt x="369038" y="1380079"/>
                </a:lnTo>
                <a:lnTo>
                  <a:pt x="363085" y="1386435"/>
                </a:lnTo>
                <a:lnTo>
                  <a:pt x="356736" y="1391996"/>
                </a:lnTo>
                <a:lnTo>
                  <a:pt x="350784" y="1398352"/>
                </a:lnTo>
                <a:lnTo>
                  <a:pt x="345229" y="1405106"/>
                </a:lnTo>
                <a:lnTo>
                  <a:pt x="339277" y="1411859"/>
                </a:lnTo>
                <a:lnTo>
                  <a:pt x="334118" y="1419406"/>
                </a:lnTo>
                <a:lnTo>
                  <a:pt x="329356" y="1426954"/>
                </a:lnTo>
                <a:lnTo>
                  <a:pt x="324594" y="1434899"/>
                </a:lnTo>
                <a:lnTo>
                  <a:pt x="320229" y="1443241"/>
                </a:lnTo>
                <a:lnTo>
                  <a:pt x="315865" y="1451981"/>
                </a:lnTo>
                <a:lnTo>
                  <a:pt x="311896" y="1461117"/>
                </a:lnTo>
                <a:lnTo>
                  <a:pt x="308325" y="1470651"/>
                </a:lnTo>
                <a:lnTo>
                  <a:pt x="304357" y="1482172"/>
                </a:lnTo>
                <a:lnTo>
                  <a:pt x="304357" y="1494486"/>
                </a:lnTo>
                <a:lnTo>
                  <a:pt x="303960" y="1538581"/>
                </a:lnTo>
                <a:lnTo>
                  <a:pt x="302770" y="1594196"/>
                </a:lnTo>
                <a:lnTo>
                  <a:pt x="301182" y="1649413"/>
                </a:lnTo>
                <a:lnTo>
                  <a:pt x="0" y="1649413"/>
                </a:lnTo>
                <a:lnTo>
                  <a:pt x="0" y="1625975"/>
                </a:lnTo>
                <a:lnTo>
                  <a:pt x="0" y="1599757"/>
                </a:lnTo>
                <a:lnTo>
                  <a:pt x="1190" y="1542951"/>
                </a:lnTo>
                <a:lnTo>
                  <a:pt x="2381" y="1488528"/>
                </a:lnTo>
                <a:lnTo>
                  <a:pt x="2778" y="1465487"/>
                </a:lnTo>
                <a:lnTo>
                  <a:pt x="2778" y="1446817"/>
                </a:lnTo>
                <a:lnTo>
                  <a:pt x="5159" y="1440858"/>
                </a:lnTo>
                <a:lnTo>
                  <a:pt x="7539" y="1435296"/>
                </a:lnTo>
                <a:lnTo>
                  <a:pt x="10317" y="1430132"/>
                </a:lnTo>
                <a:lnTo>
                  <a:pt x="13889" y="1425365"/>
                </a:lnTo>
                <a:lnTo>
                  <a:pt x="17063" y="1420598"/>
                </a:lnTo>
                <a:lnTo>
                  <a:pt x="20634" y="1416228"/>
                </a:lnTo>
                <a:lnTo>
                  <a:pt x="24206" y="1411859"/>
                </a:lnTo>
                <a:lnTo>
                  <a:pt x="28174" y="1407886"/>
                </a:lnTo>
                <a:lnTo>
                  <a:pt x="32142" y="1404311"/>
                </a:lnTo>
                <a:lnTo>
                  <a:pt x="36507" y="1400736"/>
                </a:lnTo>
                <a:lnTo>
                  <a:pt x="41269" y="1397558"/>
                </a:lnTo>
                <a:lnTo>
                  <a:pt x="46031" y="1394380"/>
                </a:lnTo>
                <a:lnTo>
                  <a:pt x="55951" y="1388421"/>
                </a:lnTo>
                <a:lnTo>
                  <a:pt x="66665" y="1382860"/>
                </a:lnTo>
                <a:lnTo>
                  <a:pt x="77379" y="1378093"/>
                </a:lnTo>
                <a:lnTo>
                  <a:pt x="88490" y="1373723"/>
                </a:lnTo>
                <a:lnTo>
                  <a:pt x="111902" y="1365381"/>
                </a:lnTo>
                <a:lnTo>
                  <a:pt x="135711" y="1356641"/>
                </a:lnTo>
                <a:lnTo>
                  <a:pt x="147218" y="1352669"/>
                </a:lnTo>
                <a:lnTo>
                  <a:pt x="158726" y="1347902"/>
                </a:lnTo>
                <a:lnTo>
                  <a:pt x="210312" y="1326053"/>
                </a:lnTo>
                <a:lnTo>
                  <a:pt x="263088" y="1303807"/>
                </a:lnTo>
                <a:lnTo>
                  <a:pt x="315071" y="1281164"/>
                </a:lnTo>
                <a:lnTo>
                  <a:pt x="366260" y="1259713"/>
                </a:lnTo>
                <a:lnTo>
                  <a:pt x="423401" y="1243823"/>
                </a:lnTo>
                <a:lnTo>
                  <a:pt x="428163" y="1240645"/>
                </a:lnTo>
                <a:lnTo>
                  <a:pt x="432131" y="1236672"/>
                </a:lnTo>
                <a:lnTo>
                  <a:pt x="436496" y="1231905"/>
                </a:lnTo>
                <a:lnTo>
                  <a:pt x="440464" y="1226741"/>
                </a:lnTo>
                <a:lnTo>
                  <a:pt x="444432" y="1220782"/>
                </a:lnTo>
                <a:lnTo>
                  <a:pt x="448401" y="1214426"/>
                </a:lnTo>
                <a:lnTo>
                  <a:pt x="456337" y="1201317"/>
                </a:lnTo>
                <a:lnTo>
                  <a:pt x="463480" y="1187016"/>
                </a:lnTo>
                <a:lnTo>
                  <a:pt x="469829" y="1173907"/>
                </a:lnTo>
                <a:lnTo>
                  <a:pt x="480543" y="1150470"/>
                </a:lnTo>
                <a:lnTo>
                  <a:pt x="507526" y="1143716"/>
                </a:lnTo>
                <a:lnTo>
                  <a:pt x="506336" y="1138155"/>
                </a:lnTo>
                <a:lnTo>
                  <a:pt x="504748" y="1132196"/>
                </a:lnTo>
                <a:lnTo>
                  <a:pt x="502764" y="1127429"/>
                </a:lnTo>
                <a:lnTo>
                  <a:pt x="500780" y="1123457"/>
                </a:lnTo>
                <a:lnTo>
                  <a:pt x="498399" y="1119484"/>
                </a:lnTo>
                <a:lnTo>
                  <a:pt x="496018" y="1115909"/>
                </a:lnTo>
                <a:lnTo>
                  <a:pt x="490860" y="1109950"/>
                </a:lnTo>
                <a:lnTo>
                  <a:pt x="485701" y="1103594"/>
                </a:lnTo>
                <a:lnTo>
                  <a:pt x="480146" y="1097636"/>
                </a:lnTo>
                <a:lnTo>
                  <a:pt x="477765" y="1094458"/>
                </a:lnTo>
                <a:lnTo>
                  <a:pt x="475384" y="1091280"/>
                </a:lnTo>
                <a:lnTo>
                  <a:pt x="473400" y="1087307"/>
                </a:lnTo>
                <a:lnTo>
                  <a:pt x="471813" y="1082937"/>
                </a:lnTo>
                <a:lnTo>
                  <a:pt x="461495" y="973694"/>
                </a:lnTo>
                <a:lnTo>
                  <a:pt x="461099" y="974091"/>
                </a:lnTo>
                <a:lnTo>
                  <a:pt x="460305" y="974091"/>
                </a:lnTo>
                <a:lnTo>
                  <a:pt x="457527" y="973694"/>
                </a:lnTo>
                <a:lnTo>
                  <a:pt x="448401" y="972105"/>
                </a:lnTo>
                <a:lnTo>
                  <a:pt x="438877" y="969324"/>
                </a:lnTo>
                <a:lnTo>
                  <a:pt x="435306" y="968133"/>
                </a:lnTo>
                <a:lnTo>
                  <a:pt x="433322" y="967338"/>
                </a:lnTo>
                <a:lnTo>
                  <a:pt x="430147" y="964557"/>
                </a:lnTo>
                <a:lnTo>
                  <a:pt x="426973" y="962174"/>
                </a:lnTo>
                <a:lnTo>
                  <a:pt x="424195" y="958996"/>
                </a:lnTo>
                <a:lnTo>
                  <a:pt x="421417" y="955818"/>
                </a:lnTo>
                <a:lnTo>
                  <a:pt x="419036" y="952243"/>
                </a:lnTo>
                <a:lnTo>
                  <a:pt x="416655" y="948270"/>
                </a:lnTo>
                <a:lnTo>
                  <a:pt x="414671" y="944298"/>
                </a:lnTo>
                <a:lnTo>
                  <a:pt x="412687" y="939928"/>
                </a:lnTo>
                <a:lnTo>
                  <a:pt x="409116" y="929997"/>
                </a:lnTo>
                <a:lnTo>
                  <a:pt x="406338" y="920066"/>
                </a:lnTo>
                <a:lnTo>
                  <a:pt x="403957" y="908943"/>
                </a:lnTo>
                <a:lnTo>
                  <a:pt x="401576" y="898217"/>
                </a:lnTo>
                <a:lnTo>
                  <a:pt x="399989" y="887094"/>
                </a:lnTo>
                <a:lnTo>
                  <a:pt x="398402" y="875574"/>
                </a:lnTo>
                <a:lnTo>
                  <a:pt x="396418" y="854122"/>
                </a:lnTo>
                <a:lnTo>
                  <a:pt x="394831" y="834260"/>
                </a:lnTo>
                <a:lnTo>
                  <a:pt x="393640" y="817576"/>
                </a:lnTo>
                <a:lnTo>
                  <a:pt x="393640" y="814795"/>
                </a:lnTo>
                <a:lnTo>
                  <a:pt x="394037" y="811617"/>
                </a:lnTo>
                <a:lnTo>
                  <a:pt x="395227" y="808439"/>
                </a:lnTo>
                <a:lnTo>
                  <a:pt x="396418" y="805261"/>
                </a:lnTo>
                <a:lnTo>
                  <a:pt x="399989" y="798905"/>
                </a:lnTo>
                <a:lnTo>
                  <a:pt x="403561" y="791755"/>
                </a:lnTo>
                <a:lnTo>
                  <a:pt x="407132" y="784604"/>
                </a:lnTo>
                <a:lnTo>
                  <a:pt x="408322" y="780234"/>
                </a:lnTo>
                <a:lnTo>
                  <a:pt x="409513" y="776262"/>
                </a:lnTo>
                <a:lnTo>
                  <a:pt x="410306" y="771495"/>
                </a:lnTo>
                <a:lnTo>
                  <a:pt x="410703" y="766331"/>
                </a:lnTo>
                <a:lnTo>
                  <a:pt x="410306" y="761166"/>
                </a:lnTo>
                <a:lnTo>
                  <a:pt x="409513" y="755605"/>
                </a:lnTo>
                <a:lnTo>
                  <a:pt x="406338" y="738126"/>
                </a:lnTo>
                <a:lnTo>
                  <a:pt x="403561" y="721839"/>
                </a:lnTo>
                <a:lnTo>
                  <a:pt x="401180" y="705552"/>
                </a:lnTo>
                <a:lnTo>
                  <a:pt x="399196" y="689662"/>
                </a:lnTo>
                <a:lnTo>
                  <a:pt x="397608" y="673772"/>
                </a:lnTo>
                <a:lnTo>
                  <a:pt x="397211" y="659074"/>
                </a:lnTo>
                <a:lnTo>
                  <a:pt x="396815" y="643978"/>
                </a:lnTo>
                <a:lnTo>
                  <a:pt x="396815" y="629677"/>
                </a:lnTo>
                <a:lnTo>
                  <a:pt x="397608" y="615774"/>
                </a:lnTo>
                <a:lnTo>
                  <a:pt x="398799" y="602267"/>
                </a:lnTo>
                <a:lnTo>
                  <a:pt x="400386" y="588761"/>
                </a:lnTo>
                <a:lnTo>
                  <a:pt x="402370" y="576446"/>
                </a:lnTo>
                <a:lnTo>
                  <a:pt x="404751" y="563734"/>
                </a:lnTo>
                <a:lnTo>
                  <a:pt x="407529" y="552214"/>
                </a:lnTo>
                <a:lnTo>
                  <a:pt x="410703" y="540297"/>
                </a:lnTo>
                <a:lnTo>
                  <a:pt x="414275" y="529571"/>
                </a:lnTo>
                <a:lnTo>
                  <a:pt x="418243" y="519242"/>
                </a:lnTo>
                <a:lnTo>
                  <a:pt x="422211" y="508914"/>
                </a:lnTo>
                <a:lnTo>
                  <a:pt x="426973" y="499380"/>
                </a:lnTo>
                <a:lnTo>
                  <a:pt x="432131" y="490243"/>
                </a:lnTo>
                <a:lnTo>
                  <a:pt x="437290" y="481504"/>
                </a:lnTo>
                <a:lnTo>
                  <a:pt x="442845" y="473162"/>
                </a:lnTo>
                <a:lnTo>
                  <a:pt x="448797" y="465614"/>
                </a:lnTo>
                <a:lnTo>
                  <a:pt x="454750" y="458066"/>
                </a:lnTo>
                <a:lnTo>
                  <a:pt x="461495" y="451710"/>
                </a:lnTo>
                <a:lnTo>
                  <a:pt x="468241" y="445752"/>
                </a:lnTo>
                <a:lnTo>
                  <a:pt x="474987" y="440190"/>
                </a:lnTo>
                <a:lnTo>
                  <a:pt x="482130" y="435026"/>
                </a:lnTo>
                <a:lnTo>
                  <a:pt x="490066" y="429862"/>
                </a:lnTo>
                <a:lnTo>
                  <a:pt x="497606" y="425889"/>
                </a:lnTo>
                <a:lnTo>
                  <a:pt x="505542" y="422711"/>
                </a:lnTo>
                <a:lnTo>
                  <a:pt x="513875" y="419533"/>
                </a:lnTo>
                <a:lnTo>
                  <a:pt x="538478" y="409999"/>
                </a:lnTo>
                <a:lnTo>
                  <a:pt x="553160" y="404438"/>
                </a:lnTo>
                <a:lnTo>
                  <a:pt x="568239" y="399273"/>
                </a:lnTo>
                <a:lnTo>
                  <a:pt x="584111" y="394506"/>
                </a:lnTo>
                <a:lnTo>
                  <a:pt x="601174" y="390137"/>
                </a:lnTo>
                <a:lnTo>
                  <a:pt x="618634" y="386562"/>
                </a:lnTo>
                <a:lnTo>
                  <a:pt x="627761" y="384973"/>
                </a:lnTo>
                <a:lnTo>
                  <a:pt x="636888" y="383384"/>
                </a:lnTo>
                <a:lnTo>
                  <a:pt x="646014" y="382589"/>
                </a:lnTo>
                <a:lnTo>
                  <a:pt x="655538" y="381795"/>
                </a:lnTo>
                <a:lnTo>
                  <a:pt x="665061" y="381397"/>
                </a:lnTo>
                <a:lnTo>
                  <a:pt x="674585" y="381000"/>
                </a:lnTo>
                <a:close/>
                <a:moveTo>
                  <a:pt x="1307704" y="0"/>
                </a:moveTo>
                <a:lnTo>
                  <a:pt x="1321601" y="0"/>
                </a:lnTo>
                <a:lnTo>
                  <a:pt x="1335100" y="0"/>
                </a:lnTo>
                <a:lnTo>
                  <a:pt x="1348997" y="1191"/>
                </a:lnTo>
                <a:lnTo>
                  <a:pt x="1362496" y="2381"/>
                </a:lnTo>
                <a:lnTo>
                  <a:pt x="1376790" y="4366"/>
                </a:lnTo>
                <a:lnTo>
                  <a:pt x="1390289" y="7144"/>
                </a:lnTo>
                <a:lnTo>
                  <a:pt x="1404583" y="10319"/>
                </a:lnTo>
                <a:lnTo>
                  <a:pt x="1418480" y="14684"/>
                </a:lnTo>
                <a:lnTo>
                  <a:pt x="1432773" y="19447"/>
                </a:lnTo>
                <a:lnTo>
                  <a:pt x="1446670" y="25003"/>
                </a:lnTo>
                <a:lnTo>
                  <a:pt x="1460566" y="31353"/>
                </a:lnTo>
                <a:lnTo>
                  <a:pt x="1474463" y="38497"/>
                </a:lnTo>
                <a:lnTo>
                  <a:pt x="1488757" y="46831"/>
                </a:lnTo>
                <a:lnTo>
                  <a:pt x="1525285" y="80963"/>
                </a:lnTo>
                <a:lnTo>
                  <a:pt x="1584841" y="90884"/>
                </a:lnTo>
                <a:lnTo>
                  <a:pt x="1590400" y="94853"/>
                </a:lnTo>
                <a:lnTo>
                  <a:pt x="1595958" y="99616"/>
                </a:lnTo>
                <a:lnTo>
                  <a:pt x="1600723" y="104775"/>
                </a:lnTo>
                <a:lnTo>
                  <a:pt x="1605487" y="110331"/>
                </a:lnTo>
                <a:lnTo>
                  <a:pt x="1609855" y="115888"/>
                </a:lnTo>
                <a:lnTo>
                  <a:pt x="1613825" y="122238"/>
                </a:lnTo>
                <a:lnTo>
                  <a:pt x="1617399" y="128984"/>
                </a:lnTo>
                <a:lnTo>
                  <a:pt x="1620575" y="134938"/>
                </a:lnTo>
                <a:lnTo>
                  <a:pt x="1626531" y="146447"/>
                </a:lnTo>
                <a:lnTo>
                  <a:pt x="1630898" y="156766"/>
                </a:lnTo>
                <a:lnTo>
                  <a:pt x="1634075" y="165894"/>
                </a:lnTo>
                <a:lnTo>
                  <a:pt x="1636854" y="177403"/>
                </a:lnTo>
                <a:lnTo>
                  <a:pt x="1639236" y="189309"/>
                </a:lnTo>
                <a:lnTo>
                  <a:pt x="1641619" y="200819"/>
                </a:lnTo>
                <a:lnTo>
                  <a:pt x="1643207" y="212725"/>
                </a:lnTo>
                <a:lnTo>
                  <a:pt x="1644795" y="223838"/>
                </a:lnTo>
                <a:lnTo>
                  <a:pt x="1646383" y="235347"/>
                </a:lnTo>
                <a:lnTo>
                  <a:pt x="1648368" y="258366"/>
                </a:lnTo>
                <a:lnTo>
                  <a:pt x="1649559" y="281781"/>
                </a:lnTo>
                <a:lnTo>
                  <a:pt x="1649957" y="304800"/>
                </a:lnTo>
                <a:lnTo>
                  <a:pt x="1649957" y="328613"/>
                </a:lnTo>
                <a:lnTo>
                  <a:pt x="1649559" y="352822"/>
                </a:lnTo>
                <a:lnTo>
                  <a:pt x="1648765" y="365919"/>
                </a:lnTo>
                <a:lnTo>
                  <a:pt x="1647177" y="385763"/>
                </a:lnTo>
                <a:lnTo>
                  <a:pt x="1642413" y="436959"/>
                </a:lnTo>
                <a:lnTo>
                  <a:pt x="1640427" y="464344"/>
                </a:lnTo>
                <a:lnTo>
                  <a:pt x="1638839" y="490141"/>
                </a:lnTo>
                <a:lnTo>
                  <a:pt x="1638442" y="501650"/>
                </a:lnTo>
                <a:lnTo>
                  <a:pt x="1638045" y="511969"/>
                </a:lnTo>
                <a:lnTo>
                  <a:pt x="1638442" y="521494"/>
                </a:lnTo>
                <a:lnTo>
                  <a:pt x="1638839" y="529034"/>
                </a:lnTo>
                <a:lnTo>
                  <a:pt x="1640030" y="538559"/>
                </a:lnTo>
                <a:lnTo>
                  <a:pt x="1642016" y="546497"/>
                </a:lnTo>
                <a:lnTo>
                  <a:pt x="1644001" y="553244"/>
                </a:lnTo>
                <a:lnTo>
                  <a:pt x="1646780" y="558800"/>
                </a:lnTo>
                <a:lnTo>
                  <a:pt x="1649559" y="563959"/>
                </a:lnTo>
                <a:lnTo>
                  <a:pt x="1653133" y="569516"/>
                </a:lnTo>
                <a:lnTo>
                  <a:pt x="1656706" y="576659"/>
                </a:lnTo>
                <a:lnTo>
                  <a:pt x="1661074" y="584597"/>
                </a:lnTo>
                <a:lnTo>
                  <a:pt x="1664250" y="592534"/>
                </a:lnTo>
                <a:lnTo>
                  <a:pt x="1667029" y="600869"/>
                </a:lnTo>
                <a:lnTo>
                  <a:pt x="1669412" y="609600"/>
                </a:lnTo>
                <a:lnTo>
                  <a:pt x="1671397" y="618331"/>
                </a:lnTo>
                <a:lnTo>
                  <a:pt x="1672588" y="627459"/>
                </a:lnTo>
                <a:lnTo>
                  <a:pt x="1673382" y="636984"/>
                </a:lnTo>
                <a:lnTo>
                  <a:pt x="1673779" y="646113"/>
                </a:lnTo>
                <a:lnTo>
                  <a:pt x="1674176" y="655241"/>
                </a:lnTo>
                <a:lnTo>
                  <a:pt x="1673779" y="665163"/>
                </a:lnTo>
                <a:lnTo>
                  <a:pt x="1673382" y="674291"/>
                </a:lnTo>
                <a:lnTo>
                  <a:pt x="1671794" y="692547"/>
                </a:lnTo>
                <a:lnTo>
                  <a:pt x="1669412" y="710009"/>
                </a:lnTo>
                <a:lnTo>
                  <a:pt x="1666632" y="726678"/>
                </a:lnTo>
                <a:lnTo>
                  <a:pt x="1664647" y="735806"/>
                </a:lnTo>
                <a:lnTo>
                  <a:pt x="1662662" y="745728"/>
                </a:lnTo>
                <a:lnTo>
                  <a:pt x="1659883" y="755650"/>
                </a:lnTo>
                <a:lnTo>
                  <a:pt x="1656706" y="765572"/>
                </a:lnTo>
                <a:lnTo>
                  <a:pt x="1653133" y="775891"/>
                </a:lnTo>
                <a:lnTo>
                  <a:pt x="1649162" y="785416"/>
                </a:lnTo>
                <a:lnTo>
                  <a:pt x="1644795" y="793750"/>
                </a:lnTo>
                <a:lnTo>
                  <a:pt x="1642413" y="798116"/>
                </a:lnTo>
                <a:lnTo>
                  <a:pt x="1639633" y="802084"/>
                </a:lnTo>
                <a:lnTo>
                  <a:pt x="1636854" y="805656"/>
                </a:lnTo>
                <a:lnTo>
                  <a:pt x="1633678" y="808831"/>
                </a:lnTo>
                <a:lnTo>
                  <a:pt x="1630104" y="811609"/>
                </a:lnTo>
                <a:lnTo>
                  <a:pt x="1626531" y="814388"/>
                </a:lnTo>
                <a:lnTo>
                  <a:pt x="1618193" y="818753"/>
                </a:lnTo>
                <a:lnTo>
                  <a:pt x="1610252" y="823119"/>
                </a:lnTo>
                <a:lnTo>
                  <a:pt x="1602311" y="827881"/>
                </a:lnTo>
                <a:lnTo>
                  <a:pt x="1598341" y="830263"/>
                </a:lnTo>
                <a:lnTo>
                  <a:pt x="1593973" y="832644"/>
                </a:lnTo>
                <a:lnTo>
                  <a:pt x="1590797" y="835819"/>
                </a:lnTo>
                <a:lnTo>
                  <a:pt x="1587223" y="838994"/>
                </a:lnTo>
                <a:lnTo>
                  <a:pt x="1584444" y="842963"/>
                </a:lnTo>
                <a:lnTo>
                  <a:pt x="1581665" y="846931"/>
                </a:lnTo>
                <a:lnTo>
                  <a:pt x="1578489" y="854075"/>
                </a:lnTo>
                <a:lnTo>
                  <a:pt x="1576106" y="860822"/>
                </a:lnTo>
                <a:lnTo>
                  <a:pt x="1574121" y="867966"/>
                </a:lnTo>
                <a:lnTo>
                  <a:pt x="1572533" y="875506"/>
                </a:lnTo>
                <a:lnTo>
                  <a:pt x="1571342" y="883444"/>
                </a:lnTo>
                <a:lnTo>
                  <a:pt x="1570151" y="890984"/>
                </a:lnTo>
                <a:lnTo>
                  <a:pt x="1568959" y="906859"/>
                </a:lnTo>
                <a:lnTo>
                  <a:pt x="1568165" y="923131"/>
                </a:lnTo>
                <a:lnTo>
                  <a:pt x="1566974" y="939006"/>
                </a:lnTo>
                <a:lnTo>
                  <a:pt x="1565783" y="946944"/>
                </a:lnTo>
                <a:lnTo>
                  <a:pt x="1564989" y="954484"/>
                </a:lnTo>
                <a:lnTo>
                  <a:pt x="1563401" y="961628"/>
                </a:lnTo>
                <a:lnTo>
                  <a:pt x="1561415" y="969169"/>
                </a:lnTo>
                <a:lnTo>
                  <a:pt x="1558636" y="976709"/>
                </a:lnTo>
                <a:lnTo>
                  <a:pt x="1555460" y="983456"/>
                </a:lnTo>
                <a:lnTo>
                  <a:pt x="1551887" y="989409"/>
                </a:lnTo>
                <a:lnTo>
                  <a:pt x="1548313" y="995363"/>
                </a:lnTo>
                <a:lnTo>
                  <a:pt x="1544343" y="1000522"/>
                </a:lnTo>
                <a:lnTo>
                  <a:pt x="1539578" y="1005284"/>
                </a:lnTo>
                <a:lnTo>
                  <a:pt x="1531637" y="1014809"/>
                </a:lnTo>
                <a:lnTo>
                  <a:pt x="1527667" y="1019969"/>
                </a:lnTo>
                <a:lnTo>
                  <a:pt x="1524093" y="1025525"/>
                </a:lnTo>
                <a:lnTo>
                  <a:pt x="1520520" y="1031081"/>
                </a:lnTo>
                <a:lnTo>
                  <a:pt x="1517741" y="1037431"/>
                </a:lnTo>
                <a:lnTo>
                  <a:pt x="1514961" y="1044178"/>
                </a:lnTo>
                <a:lnTo>
                  <a:pt x="1512976" y="1052513"/>
                </a:lnTo>
                <a:lnTo>
                  <a:pt x="1510991" y="1061244"/>
                </a:lnTo>
                <a:lnTo>
                  <a:pt x="1510197" y="1070769"/>
                </a:lnTo>
                <a:lnTo>
                  <a:pt x="1561415" y="1078309"/>
                </a:lnTo>
                <a:lnTo>
                  <a:pt x="1576900" y="1111250"/>
                </a:lnTo>
                <a:lnTo>
                  <a:pt x="1585635" y="1129903"/>
                </a:lnTo>
                <a:lnTo>
                  <a:pt x="1596355" y="1149350"/>
                </a:lnTo>
                <a:lnTo>
                  <a:pt x="1601517" y="1158478"/>
                </a:lnTo>
                <a:lnTo>
                  <a:pt x="1606679" y="1168003"/>
                </a:lnTo>
                <a:lnTo>
                  <a:pt x="1612237" y="1176734"/>
                </a:lnTo>
                <a:lnTo>
                  <a:pt x="1617796" y="1184672"/>
                </a:lnTo>
                <a:lnTo>
                  <a:pt x="1624149" y="1192609"/>
                </a:lnTo>
                <a:lnTo>
                  <a:pt x="1629707" y="1198959"/>
                </a:lnTo>
                <a:lnTo>
                  <a:pt x="1635663" y="1204516"/>
                </a:lnTo>
                <a:lnTo>
                  <a:pt x="1641619" y="1209278"/>
                </a:lnTo>
                <a:lnTo>
                  <a:pt x="1721821" y="1231106"/>
                </a:lnTo>
                <a:lnTo>
                  <a:pt x="1793687" y="1261269"/>
                </a:lnTo>
                <a:lnTo>
                  <a:pt x="1867537" y="1292622"/>
                </a:lnTo>
                <a:lnTo>
                  <a:pt x="1941387" y="1324372"/>
                </a:lnTo>
                <a:lnTo>
                  <a:pt x="2013649" y="1354931"/>
                </a:lnTo>
                <a:lnTo>
                  <a:pt x="2029531" y="1361678"/>
                </a:lnTo>
                <a:lnTo>
                  <a:pt x="2046207" y="1367631"/>
                </a:lnTo>
                <a:lnTo>
                  <a:pt x="2079161" y="1379141"/>
                </a:lnTo>
                <a:lnTo>
                  <a:pt x="2095440" y="1385094"/>
                </a:lnTo>
                <a:lnTo>
                  <a:pt x="2112116" y="1391444"/>
                </a:lnTo>
                <a:lnTo>
                  <a:pt x="2127998" y="1397397"/>
                </a:lnTo>
                <a:lnTo>
                  <a:pt x="2143085" y="1404144"/>
                </a:lnTo>
                <a:lnTo>
                  <a:pt x="2150232" y="1407716"/>
                </a:lnTo>
                <a:lnTo>
                  <a:pt x="2157776" y="1411684"/>
                </a:lnTo>
                <a:lnTo>
                  <a:pt x="2164923" y="1416050"/>
                </a:lnTo>
                <a:lnTo>
                  <a:pt x="2171673" y="1420019"/>
                </a:lnTo>
                <a:lnTo>
                  <a:pt x="2178423" y="1424384"/>
                </a:lnTo>
                <a:lnTo>
                  <a:pt x="2184775" y="1429147"/>
                </a:lnTo>
                <a:lnTo>
                  <a:pt x="2191128" y="1433909"/>
                </a:lnTo>
                <a:lnTo>
                  <a:pt x="2196687" y="1439069"/>
                </a:lnTo>
                <a:lnTo>
                  <a:pt x="2202245" y="1445022"/>
                </a:lnTo>
                <a:lnTo>
                  <a:pt x="2207804" y="1450578"/>
                </a:lnTo>
                <a:lnTo>
                  <a:pt x="2212965" y="1456928"/>
                </a:lnTo>
                <a:lnTo>
                  <a:pt x="2217333" y="1463278"/>
                </a:lnTo>
                <a:lnTo>
                  <a:pt x="2221700" y="1470422"/>
                </a:lnTo>
                <a:lnTo>
                  <a:pt x="2225274" y="1477566"/>
                </a:lnTo>
                <a:lnTo>
                  <a:pt x="2228847" y="1485503"/>
                </a:lnTo>
                <a:lnTo>
                  <a:pt x="2232023" y="1493441"/>
                </a:lnTo>
                <a:lnTo>
                  <a:pt x="2232023" y="1519634"/>
                </a:lnTo>
                <a:lnTo>
                  <a:pt x="2232817" y="1552178"/>
                </a:lnTo>
                <a:lnTo>
                  <a:pt x="2234406" y="1628378"/>
                </a:lnTo>
                <a:lnTo>
                  <a:pt x="2235597" y="1668859"/>
                </a:lnTo>
                <a:lnTo>
                  <a:pt x="2236391" y="1708150"/>
                </a:lnTo>
                <a:lnTo>
                  <a:pt x="2236788" y="1745059"/>
                </a:lnTo>
                <a:lnTo>
                  <a:pt x="2236391" y="1778000"/>
                </a:lnTo>
                <a:lnTo>
                  <a:pt x="374650" y="1778000"/>
                </a:lnTo>
                <a:lnTo>
                  <a:pt x="374650" y="1745059"/>
                </a:lnTo>
                <a:lnTo>
                  <a:pt x="374650" y="1708150"/>
                </a:lnTo>
                <a:lnTo>
                  <a:pt x="375444" y="1668859"/>
                </a:lnTo>
                <a:lnTo>
                  <a:pt x="376238" y="1628378"/>
                </a:lnTo>
                <a:lnTo>
                  <a:pt x="377826" y="1552178"/>
                </a:lnTo>
                <a:lnTo>
                  <a:pt x="378620" y="1519634"/>
                </a:lnTo>
                <a:lnTo>
                  <a:pt x="379017" y="1493441"/>
                </a:lnTo>
                <a:lnTo>
                  <a:pt x="381797" y="1485503"/>
                </a:lnTo>
                <a:lnTo>
                  <a:pt x="385370" y="1477566"/>
                </a:lnTo>
                <a:lnTo>
                  <a:pt x="389341" y="1470422"/>
                </a:lnTo>
                <a:lnTo>
                  <a:pt x="393311" y="1463278"/>
                </a:lnTo>
                <a:lnTo>
                  <a:pt x="398076" y="1456928"/>
                </a:lnTo>
                <a:lnTo>
                  <a:pt x="403237" y="1450578"/>
                </a:lnTo>
                <a:lnTo>
                  <a:pt x="408399" y="1445022"/>
                </a:lnTo>
                <a:lnTo>
                  <a:pt x="413957" y="1439069"/>
                </a:lnTo>
                <a:lnTo>
                  <a:pt x="419516" y="1433909"/>
                </a:lnTo>
                <a:lnTo>
                  <a:pt x="425869" y="1429147"/>
                </a:lnTo>
                <a:lnTo>
                  <a:pt x="432618" y="1424384"/>
                </a:lnTo>
                <a:lnTo>
                  <a:pt x="438971" y="1420019"/>
                </a:lnTo>
                <a:lnTo>
                  <a:pt x="445721" y="1416050"/>
                </a:lnTo>
                <a:lnTo>
                  <a:pt x="452868" y="1411684"/>
                </a:lnTo>
                <a:lnTo>
                  <a:pt x="460412" y="1407716"/>
                </a:lnTo>
                <a:lnTo>
                  <a:pt x="467558" y="1404144"/>
                </a:lnTo>
                <a:lnTo>
                  <a:pt x="482646" y="1397397"/>
                </a:lnTo>
                <a:lnTo>
                  <a:pt x="498925" y="1391444"/>
                </a:lnTo>
                <a:lnTo>
                  <a:pt x="515204" y="1385094"/>
                </a:lnTo>
                <a:lnTo>
                  <a:pt x="531483" y="1379141"/>
                </a:lnTo>
                <a:lnTo>
                  <a:pt x="564437" y="1367631"/>
                </a:lnTo>
                <a:lnTo>
                  <a:pt x="581113" y="1361678"/>
                </a:lnTo>
                <a:lnTo>
                  <a:pt x="597392" y="1354931"/>
                </a:lnTo>
                <a:lnTo>
                  <a:pt x="669257" y="1324372"/>
                </a:lnTo>
                <a:lnTo>
                  <a:pt x="743504" y="1292622"/>
                </a:lnTo>
                <a:lnTo>
                  <a:pt x="817354" y="1261269"/>
                </a:lnTo>
                <a:lnTo>
                  <a:pt x="888822" y="1231106"/>
                </a:lnTo>
                <a:lnTo>
                  <a:pt x="969025" y="1209278"/>
                </a:lnTo>
                <a:lnTo>
                  <a:pt x="974981" y="1204516"/>
                </a:lnTo>
                <a:lnTo>
                  <a:pt x="980937" y="1198959"/>
                </a:lnTo>
                <a:lnTo>
                  <a:pt x="986892" y="1192609"/>
                </a:lnTo>
                <a:lnTo>
                  <a:pt x="992848" y="1184672"/>
                </a:lnTo>
                <a:lnTo>
                  <a:pt x="998407" y="1176734"/>
                </a:lnTo>
                <a:lnTo>
                  <a:pt x="1003965" y="1168003"/>
                </a:lnTo>
                <a:lnTo>
                  <a:pt x="1009524" y="1158478"/>
                </a:lnTo>
                <a:lnTo>
                  <a:pt x="1015083" y="1149350"/>
                </a:lnTo>
                <a:lnTo>
                  <a:pt x="1025009" y="1129903"/>
                </a:lnTo>
                <a:lnTo>
                  <a:pt x="1034141" y="1111250"/>
                </a:lnTo>
                <a:lnTo>
                  <a:pt x="1049228" y="1078309"/>
                </a:lnTo>
                <a:lnTo>
                  <a:pt x="1087345" y="1068784"/>
                </a:lnTo>
                <a:lnTo>
                  <a:pt x="1085359" y="1060450"/>
                </a:lnTo>
                <a:lnTo>
                  <a:pt x="1082977" y="1053306"/>
                </a:lnTo>
                <a:lnTo>
                  <a:pt x="1080595" y="1046163"/>
                </a:lnTo>
                <a:lnTo>
                  <a:pt x="1077419" y="1040209"/>
                </a:lnTo>
                <a:lnTo>
                  <a:pt x="1074242" y="1034653"/>
                </a:lnTo>
                <a:lnTo>
                  <a:pt x="1071066" y="1029891"/>
                </a:lnTo>
                <a:lnTo>
                  <a:pt x="1067492" y="1025525"/>
                </a:lnTo>
                <a:lnTo>
                  <a:pt x="1063125" y="1020763"/>
                </a:lnTo>
                <a:lnTo>
                  <a:pt x="1055978" y="1012825"/>
                </a:lnTo>
                <a:lnTo>
                  <a:pt x="1048434" y="1004491"/>
                </a:lnTo>
                <a:lnTo>
                  <a:pt x="1045258" y="1000125"/>
                </a:lnTo>
                <a:lnTo>
                  <a:pt x="1042082" y="995363"/>
                </a:lnTo>
                <a:lnTo>
                  <a:pt x="1038905" y="989409"/>
                </a:lnTo>
                <a:lnTo>
                  <a:pt x="1036523" y="983456"/>
                </a:lnTo>
                <a:lnTo>
                  <a:pt x="1022229" y="830659"/>
                </a:lnTo>
                <a:lnTo>
                  <a:pt x="1021832" y="831056"/>
                </a:lnTo>
                <a:lnTo>
                  <a:pt x="1020641" y="831056"/>
                </a:lnTo>
                <a:lnTo>
                  <a:pt x="1016671" y="830659"/>
                </a:lnTo>
                <a:lnTo>
                  <a:pt x="1010715" y="829469"/>
                </a:lnTo>
                <a:lnTo>
                  <a:pt x="1003965" y="828278"/>
                </a:lnTo>
                <a:lnTo>
                  <a:pt x="990863" y="824309"/>
                </a:lnTo>
                <a:lnTo>
                  <a:pt x="985701" y="822325"/>
                </a:lnTo>
                <a:lnTo>
                  <a:pt x="982525" y="821134"/>
                </a:lnTo>
                <a:lnTo>
                  <a:pt x="978157" y="817959"/>
                </a:lnTo>
                <a:lnTo>
                  <a:pt x="973790" y="814388"/>
                </a:lnTo>
                <a:lnTo>
                  <a:pt x="969819" y="810419"/>
                </a:lnTo>
                <a:lnTo>
                  <a:pt x="966246" y="805656"/>
                </a:lnTo>
                <a:lnTo>
                  <a:pt x="962673" y="800497"/>
                </a:lnTo>
                <a:lnTo>
                  <a:pt x="959496" y="794941"/>
                </a:lnTo>
                <a:lnTo>
                  <a:pt x="956717" y="788988"/>
                </a:lnTo>
                <a:lnTo>
                  <a:pt x="953541" y="783034"/>
                </a:lnTo>
                <a:lnTo>
                  <a:pt x="951158" y="776684"/>
                </a:lnTo>
                <a:lnTo>
                  <a:pt x="948776" y="769541"/>
                </a:lnTo>
                <a:lnTo>
                  <a:pt x="944409" y="755253"/>
                </a:lnTo>
                <a:lnTo>
                  <a:pt x="941232" y="740172"/>
                </a:lnTo>
                <a:lnTo>
                  <a:pt x="938056" y="724694"/>
                </a:lnTo>
                <a:lnTo>
                  <a:pt x="935674" y="708819"/>
                </a:lnTo>
                <a:lnTo>
                  <a:pt x="934085" y="693341"/>
                </a:lnTo>
                <a:lnTo>
                  <a:pt x="932497" y="677466"/>
                </a:lnTo>
                <a:lnTo>
                  <a:pt x="931306" y="662781"/>
                </a:lnTo>
                <a:lnTo>
                  <a:pt x="929321" y="635000"/>
                </a:lnTo>
                <a:lnTo>
                  <a:pt x="926939" y="611981"/>
                </a:lnTo>
                <a:lnTo>
                  <a:pt x="926939" y="607616"/>
                </a:lnTo>
                <a:lnTo>
                  <a:pt x="927733" y="603250"/>
                </a:lnTo>
                <a:lnTo>
                  <a:pt x="929321" y="598884"/>
                </a:lnTo>
                <a:lnTo>
                  <a:pt x="931306" y="594519"/>
                </a:lnTo>
                <a:lnTo>
                  <a:pt x="935674" y="585391"/>
                </a:lnTo>
                <a:lnTo>
                  <a:pt x="940835" y="575866"/>
                </a:lnTo>
                <a:lnTo>
                  <a:pt x="943217" y="570706"/>
                </a:lnTo>
                <a:lnTo>
                  <a:pt x="945600" y="565150"/>
                </a:lnTo>
                <a:lnTo>
                  <a:pt x="947585" y="559594"/>
                </a:lnTo>
                <a:lnTo>
                  <a:pt x="949173" y="553641"/>
                </a:lnTo>
                <a:lnTo>
                  <a:pt x="950364" y="547291"/>
                </a:lnTo>
                <a:lnTo>
                  <a:pt x="950761" y="539750"/>
                </a:lnTo>
                <a:lnTo>
                  <a:pt x="950364" y="532606"/>
                </a:lnTo>
                <a:lnTo>
                  <a:pt x="949173" y="524669"/>
                </a:lnTo>
                <a:lnTo>
                  <a:pt x="944409" y="500856"/>
                </a:lnTo>
                <a:lnTo>
                  <a:pt x="940438" y="477441"/>
                </a:lnTo>
                <a:lnTo>
                  <a:pt x="937262" y="454422"/>
                </a:lnTo>
                <a:lnTo>
                  <a:pt x="934880" y="432197"/>
                </a:lnTo>
                <a:lnTo>
                  <a:pt x="933291" y="410766"/>
                </a:lnTo>
                <a:lnTo>
                  <a:pt x="932100" y="389334"/>
                </a:lnTo>
                <a:lnTo>
                  <a:pt x="931703" y="368300"/>
                </a:lnTo>
                <a:lnTo>
                  <a:pt x="932100" y="348059"/>
                </a:lnTo>
                <a:lnTo>
                  <a:pt x="932894" y="328613"/>
                </a:lnTo>
                <a:lnTo>
                  <a:pt x="934483" y="309563"/>
                </a:lnTo>
                <a:lnTo>
                  <a:pt x="936468" y="290909"/>
                </a:lnTo>
                <a:lnTo>
                  <a:pt x="939247" y="273447"/>
                </a:lnTo>
                <a:lnTo>
                  <a:pt x="942423" y="255984"/>
                </a:lnTo>
                <a:lnTo>
                  <a:pt x="946394" y="239713"/>
                </a:lnTo>
                <a:lnTo>
                  <a:pt x="950761" y="223441"/>
                </a:lnTo>
                <a:lnTo>
                  <a:pt x="956320" y="207566"/>
                </a:lnTo>
                <a:lnTo>
                  <a:pt x="961482" y="193278"/>
                </a:lnTo>
                <a:lnTo>
                  <a:pt x="967437" y="178991"/>
                </a:lnTo>
                <a:lnTo>
                  <a:pt x="973790" y="165497"/>
                </a:lnTo>
                <a:lnTo>
                  <a:pt x="980937" y="152400"/>
                </a:lnTo>
                <a:lnTo>
                  <a:pt x="988481" y="140494"/>
                </a:lnTo>
                <a:lnTo>
                  <a:pt x="996421" y="129381"/>
                </a:lnTo>
                <a:lnTo>
                  <a:pt x="1004362" y="118269"/>
                </a:lnTo>
                <a:lnTo>
                  <a:pt x="1013494" y="108347"/>
                </a:lnTo>
                <a:lnTo>
                  <a:pt x="1022229" y="99219"/>
                </a:lnTo>
                <a:lnTo>
                  <a:pt x="1031758" y="90091"/>
                </a:lnTo>
                <a:lnTo>
                  <a:pt x="1041685" y="82550"/>
                </a:lnTo>
                <a:lnTo>
                  <a:pt x="1051611" y="75406"/>
                </a:lnTo>
                <a:lnTo>
                  <a:pt x="1061934" y="68659"/>
                </a:lnTo>
                <a:lnTo>
                  <a:pt x="1073051" y="63103"/>
                </a:lnTo>
                <a:lnTo>
                  <a:pt x="1084168" y="58341"/>
                </a:lnTo>
                <a:lnTo>
                  <a:pt x="1095683" y="53975"/>
                </a:lnTo>
                <a:lnTo>
                  <a:pt x="1112358" y="47228"/>
                </a:lnTo>
                <a:lnTo>
                  <a:pt x="1131019" y="40084"/>
                </a:lnTo>
                <a:lnTo>
                  <a:pt x="1150872" y="32544"/>
                </a:lnTo>
                <a:lnTo>
                  <a:pt x="1171915" y="25400"/>
                </a:lnTo>
                <a:lnTo>
                  <a:pt x="1194547" y="18653"/>
                </a:lnTo>
                <a:lnTo>
                  <a:pt x="1206458" y="15875"/>
                </a:lnTo>
                <a:lnTo>
                  <a:pt x="1218369" y="12303"/>
                </a:lnTo>
                <a:lnTo>
                  <a:pt x="1230281" y="9525"/>
                </a:lnTo>
                <a:lnTo>
                  <a:pt x="1242986" y="7144"/>
                </a:lnTo>
                <a:lnTo>
                  <a:pt x="1255294" y="5159"/>
                </a:lnTo>
                <a:lnTo>
                  <a:pt x="1268397" y="3175"/>
                </a:lnTo>
                <a:lnTo>
                  <a:pt x="1281102" y="1588"/>
                </a:lnTo>
                <a:lnTo>
                  <a:pt x="1294602" y="794"/>
                </a:lnTo>
                <a:lnTo>
                  <a:pt x="1307704" y="0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0" name="文本框 9"/>
          <p:cNvSpPr txBox="1"/>
          <p:nvPr/>
        </p:nvSpPr>
        <p:spPr>
          <a:xfrm>
            <a:off x="6502400" y="1077913"/>
            <a:ext cx="3937000" cy="13933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INPUT_X/Y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：数字输入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INPUT_OPERATOR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：运算符输入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INPUT_EXPRESSION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：表达式输入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DISPLAY_NUMBER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：格式化输出</a:t>
            </a:r>
          </a:p>
        </p:txBody>
      </p:sp>
      <p:sp>
        <p:nvSpPr>
          <p:cNvPr id="8201" name="文本框 10"/>
          <p:cNvSpPr txBox="1"/>
          <p:nvPr/>
        </p:nvSpPr>
        <p:spPr>
          <a:xfrm>
            <a:off x="6473825" y="615950"/>
            <a:ext cx="2030413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E67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输入输出模块</a:t>
            </a:r>
            <a:endParaRPr lang="en-US" altLang="en-US" sz="2400" b="1" dirty="0">
              <a:solidFill>
                <a:srgbClr val="4E67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KSO_Shape"/>
          <p:cNvSpPr/>
          <p:nvPr/>
        </p:nvSpPr>
        <p:spPr bwMode="auto">
          <a:xfrm>
            <a:off x="3735388" y="4108450"/>
            <a:ext cx="666750" cy="658813"/>
          </a:xfrm>
          <a:custGeom>
            <a:avLst/>
            <a:gdLst>
              <a:gd name="T0" fmla="*/ 1597444 w 2032000"/>
              <a:gd name="T1" fmla="*/ 1645672 h 2008188"/>
              <a:gd name="T2" fmla="*/ 1652353 w 2032000"/>
              <a:gd name="T3" fmla="*/ 1676888 h 2008188"/>
              <a:gd name="T4" fmla="*/ 1871609 w 2032000"/>
              <a:gd name="T5" fmla="*/ 1719485 h 2008188"/>
              <a:gd name="T6" fmla="*/ 1360910 w 2032000"/>
              <a:gd name="T7" fmla="*/ 1744813 h 2008188"/>
              <a:gd name="T8" fmla="*/ 936837 w 2032000"/>
              <a:gd name="T9" fmla="*/ 1684544 h 2008188"/>
              <a:gd name="T10" fmla="*/ 956838 w 2032000"/>
              <a:gd name="T11" fmla="*/ 1648912 h 2008188"/>
              <a:gd name="T12" fmla="*/ 966352 w 2032000"/>
              <a:gd name="T13" fmla="*/ 1683940 h 2008188"/>
              <a:gd name="T14" fmla="*/ 1220099 w 2032000"/>
              <a:gd name="T15" fmla="*/ 1779974 h 2008188"/>
              <a:gd name="T16" fmla="*/ 712866 w 2032000"/>
              <a:gd name="T17" fmla="*/ 1689985 h 2008188"/>
              <a:gd name="T18" fmla="*/ 246101 w 2032000"/>
              <a:gd name="T19" fmla="*/ 1675121 h 2008188"/>
              <a:gd name="T20" fmla="*/ 310806 w 2032000"/>
              <a:gd name="T21" fmla="*/ 1642432 h 2008188"/>
              <a:gd name="T22" fmla="*/ 414491 w 2032000"/>
              <a:gd name="T23" fmla="*/ 1610425 h 2008188"/>
              <a:gd name="T24" fmla="*/ 556322 w 2032000"/>
              <a:gd name="T25" fmla="*/ 1840761 h 2008188"/>
              <a:gd name="T26" fmla="*/ 72253 w 2032000"/>
              <a:gd name="T27" fmla="*/ 1652440 h 2008188"/>
              <a:gd name="T28" fmla="*/ 1718751 w 2032000"/>
              <a:gd name="T29" fmla="*/ 1327617 h 2008188"/>
              <a:gd name="T30" fmla="*/ 1754684 w 2032000"/>
              <a:gd name="T31" fmla="*/ 1443411 h 2008188"/>
              <a:gd name="T32" fmla="*/ 1707465 w 2032000"/>
              <a:gd name="T33" fmla="*/ 1562778 h 2008188"/>
              <a:gd name="T34" fmla="*/ 1584518 w 2032000"/>
              <a:gd name="T35" fmla="*/ 1601774 h 2008188"/>
              <a:gd name="T36" fmla="*/ 1510868 w 2032000"/>
              <a:gd name="T37" fmla="*/ 1481216 h 2008188"/>
              <a:gd name="T38" fmla="*/ 1507899 w 2032000"/>
              <a:gd name="T39" fmla="*/ 1386854 h 2008188"/>
              <a:gd name="T40" fmla="*/ 951757 w 2032000"/>
              <a:gd name="T41" fmla="*/ 1290408 h 2008188"/>
              <a:gd name="T42" fmla="*/ 1069735 w 2032000"/>
              <a:gd name="T43" fmla="*/ 1394593 h 2008188"/>
              <a:gd name="T44" fmla="*/ 1065852 w 2032000"/>
              <a:gd name="T45" fmla="*/ 1483598 h 2008188"/>
              <a:gd name="T46" fmla="*/ 988195 w 2032000"/>
              <a:gd name="T47" fmla="*/ 1604155 h 2008188"/>
              <a:gd name="T48" fmla="*/ 866034 w 2032000"/>
              <a:gd name="T49" fmla="*/ 1558015 h 2008188"/>
              <a:gd name="T50" fmla="*/ 821531 w 2032000"/>
              <a:gd name="T51" fmla="*/ 1431803 h 2008188"/>
              <a:gd name="T52" fmla="*/ 866632 w 2032000"/>
              <a:gd name="T53" fmla="*/ 1319878 h 2008188"/>
              <a:gd name="T54" fmla="*/ 359455 w 2032000"/>
              <a:gd name="T55" fmla="*/ 1316306 h 2008188"/>
              <a:gd name="T56" fmla="*/ 408681 w 2032000"/>
              <a:gd name="T57" fmla="*/ 1428528 h 2008188"/>
              <a:gd name="T58" fmla="*/ 371091 w 2032000"/>
              <a:gd name="T59" fmla="*/ 1548490 h 2008188"/>
              <a:gd name="T60" fmla="*/ 252650 w 2032000"/>
              <a:gd name="T61" fmla="*/ 1608620 h 2008188"/>
              <a:gd name="T62" fmla="*/ 166430 w 2032000"/>
              <a:gd name="T63" fmla="*/ 1486574 h 2008188"/>
              <a:gd name="T64" fmla="*/ 161955 w 2032000"/>
              <a:gd name="T65" fmla="*/ 1402928 h 2008188"/>
              <a:gd name="T66" fmla="*/ 270252 w 2032000"/>
              <a:gd name="T67" fmla="*/ 1291003 h 2008188"/>
              <a:gd name="T68" fmla="*/ 970062 w 2032000"/>
              <a:gd name="T69" fmla="*/ 1212394 h 2008188"/>
              <a:gd name="T70" fmla="*/ 918270 w 2032000"/>
              <a:gd name="T71" fmla="*/ 1196587 h 2008188"/>
              <a:gd name="T72" fmla="*/ 1170357 w 2032000"/>
              <a:gd name="T73" fmla="*/ 915943 h 2008188"/>
              <a:gd name="T74" fmla="*/ 1541028 w 2032000"/>
              <a:gd name="T75" fmla="*/ 1039285 h 2008188"/>
              <a:gd name="T76" fmla="*/ 1644256 w 2032000"/>
              <a:gd name="T77" fmla="*/ 1115554 h 2008188"/>
              <a:gd name="T78" fmla="*/ 1612425 w 2032000"/>
              <a:gd name="T79" fmla="*/ 1254984 h 2008188"/>
              <a:gd name="T80" fmla="*/ 1560959 w 2032000"/>
              <a:gd name="T81" fmla="*/ 1100062 h 2008188"/>
              <a:gd name="T82" fmla="*/ 1137931 w 2032000"/>
              <a:gd name="T83" fmla="*/ 1050606 h 2008188"/>
              <a:gd name="T84" fmla="*/ 1144774 w 2032000"/>
              <a:gd name="T85" fmla="*/ 908197 h 2008188"/>
              <a:gd name="T86" fmla="*/ 769147 w 2032000"/>
              <a:gd name="T87" fmla="*/ 1048223 h 2008188"/>
              <a:gd name="T88" fmla="*/ 665918 w 2032000"/>
              <a:gd name="T89" fmla="*/ 1124194 h 2008188"/>
              <a:gd name="T90" fmla="*/ 295248 w 2032000"/>
              <a:gd name="T91" fmla="*/ 1248131 h 2008188"/>
              <a:gd name="T92" fmla="*/ 247352 w 2032000"/>
              <a:gd name="T93" fmla="*/ 1157264 h 2008188"/>
              <a:gd name="T94" fmla="*/ 328567 w 2032000"/>
              <a:gd name="T95" fmla="*/ 1070865 h 2008188"/>
              <a:gd name="T96" fmla="*/ 718573 w 2032000"/>
              <a:gd name="T97" fmla="*/ 927562 h 2008188"/>
              <a:gd name="T98" fmla="*/ 893970 w 2032000"/>
              <a:gd name="T99" fmla="*/ 556239 h 2008188"/>
              <a:gd name="T100" fmla="*/ 983187 w 2032000"/>
              <a:gd name="T101" fmla="*/ 527857 h 2008188"/>
              <a:gd name="T102" fmla="*/ 980792 w 2032000"/>
              <a:gd name="T103" fmla="*/ 582232 h 2008188"/>
              <a:gd name="T104" fmla="*/ 1344233 w 2032000"/>
              <a:gd name="T105" fmla="*/ 691790 h 2008188"/>
              <a:gd name="T106" fmla="*/ 589922 w 2032000"/>
              <a:gd name="T107" fmla="*/ 615884 h 2008188"/>
              <a:gd name="T108" fmla="*/ 983498 w 2032000"/>
              <a:gd name="T109" fmla="*/ 2684 h 2008188"/>
              <a:gd name="T110" fmla="*/ 1128682 w 2032000"/>
              <a:gd name="T111" fmla="*/ 120783 h 2008188"/>
              <a:gd name="T112" fmla="*/ 1146568 w 2032000"/>
              <a:gd name="T113" fmla="*/ 244847 h 2008188"/>
              <a:gd name="T114" fmla="*/ 1078598 w 2032000"/>
              <a:gd name="T115" fmla="*/ 402908 h 2008188"/>
              <a:gd name="T116" fmla="*/ 896447 w 2032000"/>
              <a:gd name="T117" fmla="*/ 460168 h 2008188"/>
              <a:gd name="T118" fmla="*/ 790614 w 2032000"/>
              <a:gd name="T119" fmla="*/ 290177 h 2008188"/>
              <a:gd name="T120" fmla="*/ 785844 w 2032000"/>
              <a:gd name="T121" fmla="*/ 179236 h 2008188"/>
              <a:gd name="T122" fmla="*/ 853220 w 2032000"/>
              <a:gd name="T123" fmla="*/ 28928 h 20081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032000" h="2008188">
                <a:moveTo>
                  <a:pt x="1620816" y="1697038"/>
                </a:moveTo>
                <a:lnTo>
                  <a:pt x="1620867" y="1697102"/>
                </a:lnTo>
                <a:lnTo>
                  <a:pt x="1697900" y="1869077"/>
                </a:lnTo>
                <a:lnTo>
                  <a:pt x="1718975" y="1797019"/>
                </a:lnTo>
                <a:lnTo>
                  <a:pt x="1717237" y="1796753"/>
                </a:lnTo>
                <a:lnTo>
                  <a:pt x="1713121" y="1795497"/>
                </a:lnTo>
                <a:lnTo>
                  <a:pt x="1709639" y="1794241"/>
                </a:lnTo>
                <a:lnTo>
                  <a:pt x="1706156" y="1792670"/>
                </a:lnTo>
                <a:lnTo>
                  <a:pt x="1703307" y="1790785"/>
                </a:lnTo>
                <a:lnTo>
                  <a:pt x="1700141" y="1788901"/>
                </a:lnTo>
                <a:lnTo>
                  <a:pt x="1697608" y="1786702"/>
                </a:lnTo>
                <a:lnTo>
                  <a:pt x="1694759" y="1784189"/>
                </a:lnTo>
                <a:lnTo>
                  <a:pt x="1692542" y="1781990"/>
                </a:lnTo>
                <a:lnTo>
                  <a:pt x="1688427" y="1776965"/>
                </a:lnTo>
                <a:lnTo>
                  <a:pt x="1684944" y="1771625"/>
                </a:lnTo>
                <a:lnTo>
                  <a:pt x="1682095" y="1766599"/>
                </a:lnTo>
                <a:lnTo>
                  <a:pt x="1679879" y="1761574"/>
                </a:lnTo>
                <a:lnTo>
                  <a:pt x="1678296" y="1756862"/>
                </a:lnTo>
                <a:lnTo>
                  <a:pt x="1677029" y="1752464"/>
                </a:lnTo>
                <a:lnTo>
                  <a:pt x="1675130" y="1745868"/>
                </a:lnTo>
                <a:lnTo>
                  <a:pt x="1674813" y="1743669"/>
                </a:lnTo>
                <a:lnTo>
                  <a:pt x="1677662" y="1744926"/>
                </a:lnTo>
                <a:lnTo>
                  <a:pt x="1685261" y="1748695"/>
                </a:lnTo>
                <a:lnTo>
                  <a:pt x="1690643" y="1750894"/>
                </a:lnTo>
                <a:lnTo>
                  <a:pt x="1696975" y="1753407"/>
                </a:lnTo>
                <a:lnTo>
                  <a:pt x="1703940" y="1755291"/>
                </a:lnTo>
                <a:lnTo>
                  <a:pt x="1711538" y="1756862"/>
                </a:lnTo>
                <a:lnTo>
                  <a:pt x="1719770" y="1758118"/>
                </a:lnTo>
                <a:lnTo>
                  <a:pt x="1728951" y="1758747"/>
                </a:lnTo>
                <a:lnTo>
                  <a:pt x="1733383" y="1758747"/>
                </a:lnTo>
                <a:lnTo>
                  <a:pt x="1737816" y="1758747"/>
                </a:lnTo>
                <a:lnTo>
                  <a:pt x="1742565" y="1758432"/>
                </a:lnTo>
                <a:lnTo>
                  <a:pt x="1747630" y="1757490"/>
                </a:lnTo>
                <a:lnTo>
                  <a:pt x="1752062" y="1756862"/>
                </a:lnTo>
                <a:lnTo>
                  <a:pt x="1757128" y="1755605"/>
                </a:lnTo>
                <a:lnTo>
                  <a:pt x="1761877" y="1754035"/>
                </a:lnTo>
                <a:lnTo>
                  <a:pt x="1766942" y="1751836"/>
                </a:lnTo>
                <a:lnTo>
                  <a:pt x="1771375" y="1749637"/>
                </a:lnTo>
                <a:lnTo>
                  <a:pt x="1776124" y="1747125"/>
                </a:lnTo>
                <a:lnTo>
                  <a:pt x="1781189" y="1743669"/>
                </a:lnTo>
                <a:lnTo>
                  <a:pt x="1785938" y="1739900"/>
                </a:lnTo>
                <a:lnTo>
                  <a:pt x="1785622" y="1742727"/>
                </a:lnTo>
                <a:lnTo>
                  <a:pt x="1784355" y="1749009"/>
                </a:lnTo>
                <a:lnTo>
                  <a:pt x="1783089" y="1753407"/>
                </a:lnTo>
                <a:lnTo>
                  <a:pt x="1781822" y="1758118"/>
                </a:lnTo>
                <a:lnTo>
                  <a:pt x="1780239" y="1763144"/>
                </a:lnTo>
                <a:lnTo>
                  <a:pt x="1777707" y="1768484"/>
                </a:lnTo>
                <a:lnTo>
                  <a:pt x="1774857" y="1774138"/>
                </a:lnTo>
                <a:lnTo>
                  <a:pt x="1771375" y="1779163"/>
                </a:lnTo>
                <a:lnTo>
                  <a:pt x="1767259" y="1783875"/>
                </a:lnTo>
                <a:lnTo>
                  <a:pt x="1764726" y="1786388"/>
                </a:lnTo>
                <a:lnTo>
                  <a:pt x="1762510" y="1788587"/>
                </a:lnTo>
                <a:lnTo>
                  <a:pt x="1759977" y="1790471"/>
                </a:lnTo>
                <a:lnTo>
                  <a:pt x="1756811" y="1792356"/>
                </a:lnTo>
                <a:lnTo>
                  <a:pt x="1753962" y="1793927"/>
                </a:lnTo>
                <a:lnTo>
                  <a:pt x="1750479" y="1795497"/>
                </a:lnTo>
                <a:lnTo>
                  <a:pt x="1748394" y="1796061"/>
                </a:lnTo>
                <a:lnTo>
                  <a:pt x="1759510" y="1866209"/>
                </a:lnTo>
                <a:lnTo>
                  <a:pt x="1844644" y="1698694"/>
                </a:lnTo>
                <a:lnTo>
                  <a:pt x="1844694" y="1698627"/>
                </a:lnTo>
                <a:lnTo>
                  <a:pt x="1856142" y="1704984"/>
                </a:lnTo>
                <a:lnTo>
                  <a:pt x="1867590" y="1711340"/>
                </a:lnTo>
                <a:lnTo>
                  <a:pt x="1878403" y="1717697"/>
                </a:lnTo>
                <a:lnTo>
                  <a:pt x="1888579" y="1724053"/>
                </a:lnTo>
                <a:lnTo>
                  <a:pt x="1898755" y="1730728"/>
                </a:lnTo>
                <a:lnTo>
                  <a:pt x="1908931" y="1737402"/>
                </a:lnTo>
                <a:lnTo>
                  <a:pt x="1918153" y="1744394"/>
                </a:lnTo>
                <a:lnTo>
                  <a:pt x="1926740" y="1751386"/>
                </a:lnTo>
                <a:lnTo>
                  <a:pt x="1935644" y="1758378"/>
                </a:lnTo>
                <a:lnTo>
                  <a:pt x="1943912" y="1766324"/>
                </a:lnTo>
                <a:lnTo>
                  <a:pt x="1951544" y="1773634"/>
                </a:lnTo>
                <a:lnTo>
                  <a:pt x="1959176" y="1781579"/>
                </a:lnTo>
                <a:lnTo>
                  <a:pt x="1966173" y="1789525"/>
                </a:lnTo>
                <a:lnTo>
                  <a:pt x="1973169" y="1797788"/>
                </a:lnTo>
                <a:lnTo>
                  <a:pt x="1979529" y="1806688"/>
                </a:lnTo>
                <a:lnTo>
                  <a:pt x="1985253" y="1815269"/>
                </a:lnTo>
                <a:lnTo>
                  <a:pt x="1990977" y="1824804"/>
                </a:lnTo>
                <a:lnTo>
                  <a:pt x="1996383" y="1834021"/>
                </a:lnTo>
                <a:lnTo>
                  <a:pt x="2001153" y="1844191"/>
                </a:lnTo>
                <a:lnTo>
                  <a:pt x="2005924" y="1854043"/>
                </a:lnTo>
                <a:lnTo>
                  <a:pt x="2009740" y="1864532"/>
                </a:lnTo>
                <a:lnTo>
                  <a:pt x="2013874" y="1875656"/>
                </a:lnTo>
                <a:lnTo>
                  <a:pt x="2017054" y="1886779"/>
                </a:lnTo>
                <a:lnTo>
                  <a:pt x="2020234" y="1898539"/>
                </a:lnTo>
                <a:lnTo>
                  <a:pt x="2022778" y="1910616"/>
                </a:lnTo>
                <a:lnTo>
                  <a:pt x="2025322" y="1923011"/>
                </a:lnTo>
                <a:lnTo>
                  <a:pt x="2027230" y="1936042"/>
                </a:lnTo>
                <a:lnTo>
                  <a:pt x="2028820" y="1949391"/>
                </a:lnTo>
                <a:lnTo>
                  <a:pt x="2030092" y="1963375"/>
                </a:lnTo>
                <a:lnTo>
                  <a:pt x="2031364" y="1977677"/>
                </a:lnTo>
                <a:lnTo>
                  <a:pt x="2031682" y="1992933"/>
                </a:lnTo>
                <a:lnTo>
                  <a:pt x="2032000" y="2008188"/>
                </a:lnTo>
                <a:lnTo>
                  <a:pt x="1435100" y="2008188"/>
                </a:lnTo>
                <a:lnTo>
                  <a:pt x="1435100" y="1992297"/>
                </a:lnTo>
                <a:lnTo>
                  <a:pt x="1435418" y="1976724"/>
                </a:lnTo>
                <a:lnTo>
                  <a:pt x="1436054" y="1962104"/>
                </a:lnTo>
                <a:lnTo>
                  <a:pt x="1437008" y="1947802"/>
                </a:lnTo>
                <a:lnTo>
                  <a:pt x="1438280" y="1934135"/>
                </a:lnTo>
                <a:lnTo>
                  <a:pt x="1439552" y="1920787"/>
                </a:lnTo>
                <a:lnTo>
                  <a:pt x="1441460" y="1907438"/>
                </a:lnTo>
                <a:lnTo>
                  <a:pt x="1443368" y="1895361"/>
                </a:lnTo>
                <a:lnTo>
                  <a:pt x="1445912" y="1883601"/>
                </a:lnTo>
                <a:lnTo>
                  <a:pt x="1448456" y="1872159"/>
                </a:lnTo>
                <a:lnTo>
                  <a:pt x="1451637" y="1861036"/>
                </a:lnTo>
                <a:lnTo>
                  <a:pt x="1454817" y="1850547"/>
                </a:lnTo>
                <a:lnTo>
                  <a:pt x="1458951" y="1840059"/>
                </a:lnTo>
                <a:lnTo>
                  <a:pt x="1462767" y="1830524"/>
                </a:lnTo>
                <a:lnTo>
                  <a:pt x="1467537" y="1820672"/>
                </a:lnTo>
                <a:lnTo>
                  <a:pt x="1472625" y="1811773"/>
                </a:lnTo>
                <a:lnTo>
                  <a:pt x="1478349" y="1802556"/>
                </a:lnTo>
                <a:lnTo>
                  <a:pt x="1484073" y="1794292"/>
                </a:lnTo>
                <a:lnTo>
                  <a:pt x="1490433" y="1786029"/>
                </a:lnTo>
                <a:lnTo>
                  <a:pt x="1497430" y="1777766"/>
                </a:lnTo>
                <a:lnTo>
                  <a:pt x="1504744" y="1770138"/>
                </a:lnTo>
                <a:lnTo>
                  <a:pt x="1512376" y="1762510"/>
                </a:lnTo>
                <a:lnTo>
                  <a:pt x="1520644" y="1755200"/>
                </a:lnTo>
                <a:lnTo>
                  <a:pt x="1529548" y="1748208"/>
                </a:lnTo>
                <a:lnTo>
                  <a:pt x="1539089" y="1741534"/>
                </a:lnTo>
                <a:lnTo>
                  <a:pt x="1548947" y="1734859"/>
                </a:lnTo>
                <a:lnTo>
                  <a:pt x="1559441" y="1728185"/>
                </a:lnTo>
                <a:lnTo>
                  <a:pt x="1570571" y="1721828"/>
                </a:lnTo>
                <a:lnTo>
                  <a:pt x="1582338" y="1715472"/>
                </a:lnTo>
                <a:lnTo>
                  <a:pt x="1594740" y="1709115"/>
                </a:lnTo>
                <a:lnTo>
                  <a:pt x="1607460" y="1703077"/>
                </a:lnTo>
                <a:lnTo>
                  <a:pt x="1620816" y="1697038"/>
                </a:lnTo>
                <a:close/>
                <a:moveTo>
                  <a:pt x="902871" y="1697038"/>
                </a:moveTo>
                <a:lnTo>
                  <a:pt x="903937" y="1698486"/>
                </a:lnTo>
                <a:lnTo>
                  <a:pt x="980372" y="1869126"/>
                </a:lnTo>
                <a:lnTo>
                  <a:pt x="1001527" y="1797092"/>
                </a:lnTo>
                <a:lnTo>
                  <a:pt x="999293" y="1796753"/>
                </a:lnTo>
                <a:lnTo>
                  <a:pt x="995791" y="1795497"/>
                </a:lnTo>
                <a:lnTo>
                  <a:pt x="991970" y="1794241"/>
                </a:lnTo>
                <a:lnTo>
                  <a:pt x="988786" y="1792670"/>
                </a:lnTo>
                <a:lnTo>
                  <a:pt x="985283" y="1790785"/>
                </a:lnTo>
                <a:lnTo>
                  <a:pt x="982417" y="1788901"/>
                </a:lnTo>
                <a:lnTo>
                  <a:pt x="979552" y="1786702"/>
                </a:lnTo>
                <a:lnTo>
                  <a:pt x="977323" y="1784189"/>
                </a:lnTo>
                <a:lnTo>
                  <a:pt x="975094" y="1781990"/>
                </a:lnTo>
                <a:lnTo>
                  <a:pt x="970636" y="1776965"/>
                </a:lnTo>
                <a:lnTo>
                  <a:pt x="967134" y="1771625"/>
                </a:lnTo>
                <a:lnTo>
                  <a:pt x="964268" y="1766599"/>
                </a:lnTo>
                <a:lnTo>
                  <a:pt x="962357" y="1761574"/>
                </a:lnTo>
                <a:lnTo>
                  <a:pt x="960129" y="1756862"/>
                </a:lnTo>
                <a:lnTo>
                  <a:pt x="958855" y="1752464"/>
                </a:lnTo>
                <a:lnTo>
                  <a:pt x="957581" y="1745868"/>
                </a:lnTo>
                <a:lnTo>
                  <a:pt x="957263" y="1743669"/>
                </a:lnTo>
                <a:lnTo>
                  <a:pt x="959810" y="1744926"/>
                </a:lnTo>
                <a:lnTo>
                  <a:pt x="967452" y="1748695"/>
                </a:lnTo>
                <a:lnTo>
                  <a:pt x="972865" y="1750894"/>
                </a:lnTo>
                <a:lnTo>
                  <a:pt x="979233" y="1753407"/>
                </a:lnTo>
                <a:lnTo>
                  <a:pt x="986238" y="1755291"/>
                </a:lnTo>
                <a:lnTo>
                  <a:pt x="994199" y="1756862"/>
                </a:lnTo>
                <a:lnTo>
                  <a:pt x="1002477" y="1758118"/>
                </a:lnTo>
                <a:lnTo>
                  <a:pt x="1011074" y="1758747"/>
                </a:lnTo>
                <a:lnTo>
                  <a:pt x="1015851" y="1758747"/>
                </a:lnTo>
                <a:lnTo>
                  <a:pt x="1020627" y="1758747"/>
                </a:lnTo>
                <a:lnTo>
                  <a:pt x="1025084" y="1758432"/>
                </a:lnTo>
                <a:lnTo>
                  <a:pt x="1029861" y="1757490"/>
                </a:lnTo>
                <a:lnTo>
                  <a:pt x="1034955" y="1756862"/>
                </a:lnTo>
                <a:lnTo>
                  <a:pt x="1039731" y="1755605"/>
                </a:lnTo>
                <a:lnTo>
                  <a:pt x="1044507" y="1754035"/>
                </a:lnTo>
                <a:lnTo>
                  <a:pt x="1049284" y="1751836"/>
                </a:lnTo>
                <a:lnTo>
                  <a:pt x="1054378" y="1749637"/>
                </a:lnTo>
                <a:lnTo>
                  <a:pt x="1059154" y="1747125"/>
                </a:lnTo>
                <a:lnTo>
                  <a:pt x="1063612" y="1743669"/>
                </a:lnTo>
                <a:lnTo>
                  <a:pt x="1068388" y="1739900"/>
                </a:lnTo>
                <a:lnTo>
                  <a:pt x="1068070" y="1742727"/>
                </a:lnTo>
                <a:lnTo>
                  <a:pt x="1067114" y="1749009"/>
                </a:lnTo>
                <a:lnTo>
                  <a:pt x="1066159" y="1753407"/>
                </a:lnTo>
                <a:lnTo>
                  <a:pt x="1064886" y="1758118"/>
                </a:lnTo>
                <a:lnTo>
                  <a:pt x="1062657" y="1763144"/>
                </a:lnTo>
                <a:lnTo>
                  <a:pt x="1060428" y="1768484"/>
                </a:lnTo>
                <a:lnTo>
                  <a:pt x="1057562" y="1774138"/>
                </a:lnTo>
                <a:lnTo>
                  <a:pt x="1054060" y="1779163"/>
                </a:lnTo>
                <a:lnTo>
                  <a:pt x="1049920" y="1783875"/>
                </a:lnTo>
                <a:lnTo>
                  <a:pt x="1047691" y="1786388"/>
                </a:lnTo>
                <a:lnTo>
                  <a:pt x="1044826" y="1788587"/>
                </a:lnTo>
                <a:lnTo>
                  <a:pt x="1042279" y="1790471"/>
                </a:lnTo>
                <a:lnTo>
                  <a:pt x="1039413" y="1792356"/>
                </a:lnTo>
                <a:lnTo>
                  <a:pt x="1036229" y="1793927"/>
                </a:lnTo>
                <a:lnTo>
                  <a:pt x="1033045" y="1795497"/>
                </a:lnTo>
                <a:lnTo>
                  <a:pt x="1030775" y="1796108"/>
                </a:lnTo>
                <a:lnTo>
                  <a:pt x="1041937" y="1866254"/>
                </a:lnTo>
                <a:lnTo>
                  <a:pt x="1126943" y="1698990"/>
                </a:lnTo>
                <a:lnTo>
                  <a:pt x="1138014" y="1704984"/>
                </a:lnTo>
                <a:lnTo>
                  <a:pt x="1149120" y="1711340"/>
                </a:lnTo>
                <a:lnTo>
                  <a:pt x="1159592" y="1717697"/>
                </a:lnTo>
                <a:lnTo>
                  <a:pt x="1170382" y="1724053"/>
                </a:lnTo>
                <a:lnTo>
                  <a:pt x="1180536" y="1730728"/>
                </a:lnTo>
                <a:lnTo>
                  <a:pt x="1190056" y="1737402"/>
                </a:lnTo>
                <a:lnTo>
                  <a:pt x="1199576" y="1744394"/>
                </a:lnTo>
                <a:lnTo>
                  <a:pt x="1208461" y="1751386"/>
                </a:lnTo>
                <a:lnTo>
                  <a:pt x="1217029" y="1758378"/>
                </a:lnTo>
                <a:lnTo>
                  <a:pt x="1225280" y="1766324"/>
                </a:lnTo>
                <a:lnTo>
                  <a:pt x="1233213" y="1773634"/>
                </a:lnTo>
                <a:lnTo>
                  <a:pt x="1240512" y="1781579"/>
                </a:lnTo>
                <a:lnTo>
                  <a:pt x="1247493" y="1789525"/>
                </a:lnTo>
                <a:lnTo>
                  <a:pt x="1254474" y="1797788"/>
                </a:lnTo>
                <a:lnTo>
                  <a:pt x="1260821" y="1806688"/>
                </a:lnTo>
                <a:lnTo>
                  <a:pt x="1266850" y="1815269"/>
                </a:lnTo>
                <a:lnTo>
                  <a:pt x="1272245" y="1824804"/>
                </a:lnTo>
                <a:lnTo>
                  <a:pt x="1277639" y="1834021"/>
                </a:lnTo>
                <a:lnTo>
                  <a:pt x="1282399" y="1844191"/>
                </a:lnTo>
                <a:lnTo>
                  <a:pt x="1286842" y="1854043"/>
                </a:lnTo>
                <a:lnTo>
                  <a:pt x="1291285" y="1864532"/>
                </a:lnTo>
                <a:lnTo>
                  <a:pt x="1294775" y="1875656"/>
                </a:lnTo>
                <a:lnTo>
                  <a:pt x="1298583" y="1886779"/>
                </a:lnTo>
                <a:lnTo>
                  <a:pt x="1301439" y="1898539"/>
                </a:lnTo>
                <a:lnTo>
                  <a:pt x="1304295" y="1910616"/>
                </a:lnTo>
                <a:lnTo>
                  <a:pt x="1306517" y="1923011"/>
                </a:lnTo>
                <a:lnTo>
                  <a:pt x="1308421" y="1936042"/>
                </a:lnTo>
                <a:lnTo>
                  <a:pt x="1310325" y="1949391"/>
                </a:lnTo>
                <a:lnTo>
                  <a:pt x="1311594" y="1963375"/>
                </a:lnTo>
                <a:lnTo>
                  <a:pt x="1312228" y="1977677"/>
                </a:lnTo>
                <a:lnTo>
                  <a:pt x="1312863" y="1992933"/>
                </a:lnTo>
                <a:lnTo>
                  <a:pt x="1312863" y="2008188"/>
                </a:lnTo>
                <a:lnTo>
                  <a:pt x="717550" y="2008188"/>
                </a:lnTo>
                <a:lnTo>
                  <a:pt x="717867" y="1992297"/>
                </a:lnTo>
                <a:lnTo>
                  <a:pt x="718185" y="1976724"/>
                </a:lnTo>
                <a:lnTo>
                  <a:pt x="718819" y="1962104"/>
                </a:lnTo>
                <a:lnTo>
                  <a:pt x="719454" y="1947802"/>
                </a:lnTo>
                <a:lnTo>
                  <a:pt x="720723" y="1934135"/>
                </a:lnTo>
                <a:lnTo>
                  <a:pt x="721993" y="1920787"/>
                </a:lnTo>
                <a:lnTo>
                  <a:pt x="723897" y="1907438"/>
                </a:lnTo>
                <a:lnTo>
                  <a:pt x="725801" y="1895361"/>
                </a:lnTo>
                <a:lnTo>
                  <a:pt x="728022" y="1883601"/>
                </a:lnTo>
                <a:lnTo>
                  <a:pt x="730878" y="1872159"/>
                </a:lnTo>
                <a:lnTo>
                  <a:pt x="734051" y="1861036"/>
                </a:lnTo>
                <a:lnTo>
                  <a:pt x="737542" y="1850547"/>
                </a:lnTo>
                <a:lnTo>
                  <a:pt x="741033" y="1840059"/>
                </a:lnTo>
                <a:lnTo>
                  <a:pt x="745475" y="1830524"/>
                </a:lnTo>
                <a:lnTo>
                  <a:pt x="750235" y="1820672"/>
                </a:lnTo>
                <a:lnTo>
                  <a:pt x="755313" y="1811773"/>
                </a:lnTo>
                <a:lnTo>
                  <a:pt x="760390" y="1802556"/>
                </a:lnTo>
                <a:lnTo>
                  <a:pt x="766419" y="1794292"/>
                </a:lnTo>
                <a:lnTo>
                  <a:pt x="772766" y="1786029"/>
                </a:lnTo>
                <a:lnTo>
                  <a:pt x="779430" y="1777766"/>
                </a:lnTo>
                <a:lnTo>
                  <a:pt x="786728" y="1770138"/>
                </a:lnTo>
                <a:lnTo>
                  <a:pt x="794979" y="1762510"/>
                </a:lnTo>
                <a:lnTo>
                  <a:pt x="802912" y="1755200"/>
                </a:lnTo>
                <a:lnTo>
                  <a:pt x="811797" y="1748208"/>
                </a:lnTo>
                <a:lnTo>
                  <a:pt x="821317" y="1741534"/>
                </a:lnTo>
                <a:lnTo>
                  <a:pt x="831155" y="1734859"/>
                </a:lnTo>
                <a:lnTo>
                  <a:pt x="841627" y="1728185"/>
                </a:lnTo>
                <a:lnTo>
                  <a:pt x="852733" y="1721828"/>
                </a:lnTo>
                <a:lnTo>
                  <a:pt x="864157" y="1715472"/>
                </a:lnTo>
                <a:lnTo>
                  <a:pt x="876533" y="1709115"/>
                </a:lnTo>
                <a:lnTo>
                  <a:pt x="889544" y="1703077"/>
                </a:lnTo>
                <a:lnTo>
                  <a:pt x="902871" y="1697038"/>
                </a:lnTo>
                <a:close/>
                <a:moveTo>
                  <a:pt x="185540" y="1697038"/>
                </a:moveTo>
                <a:lnTo>
                  <a:pt x="186040" y="1697719"/>
                </a:lnTo>
                <a:lnTo>
                  <a:pt x="262534" y="1869986"/>
                </a:lnTo>
                <a:lnTo>
                  <a:pt x="283868" y="1797044"/>
                </a:lnTo>
                <a:lnTo>
                  <a:pt x="281820" y="1796753"/>
                </a:lnTo>
                <a:lnTo>
                  <a:pt x="278021" y="1795497"/>
                </a:lnTo>
                <a:lnTo>
                  <a:pt x="274538" y="1794241"/>
                </a:lnTo>
                <a:lnTo>
                  <a:pt x="271056" y="1792670"/>
                </a:lnTo>
                <a:lnTo>
                  <a:pt x="268207" y="1790785"/>
                </a:lnTo>
                <a:lnTo>
                  <a:pt x="265041" y="1788901"/>
                </a:lnTo>
                <a:lnTo>
                  <a:pt x="262508" y="1786702"/>
                </a:lnTo>
                <a:lnTo>
                  <a:pt x="259975" y="1784189"/>
                </a:lnTo>
                <a:lnTo>
                  <a:pt x="257442" y="1781990"/>
                </a:lnTo>
                <a:lnTo>
                  <a:pt x="253643" y="1776965"/>
                </a:lnTo>
                <a:lnTo>
                  <a:pt x="249844" y="1771625"/>
                </a:lnTo>
                <a:lnTo>
                  <a:pt x="247311" y="1766599"/>
                </a:lnTo>
                <a:lnTo>
                  <a:pt x="244778" y="1761574"/>
                </a:lnTo>
                <a:lnTo>
                  <a:pt x="243195" y="1756862"/>
                </a:lnTo>
                <a:lnTo>
                  <a:pt x="241929" y="1752464"/>
                </a:lnTo>
                <a:lnTo>
                  <a:pt x="240030" y="1745868"/>
                </a:lnTo>
                <a:lnTo>
                  <a:pt x="239713" y="1743669"/>
                </a:lnTo>
                <a:lnTo>
                  <a:pt x="242562" y="1744926"/>
                </a:lnTo>
                <a:lnTo>
                  <a:pt x="250161" y="1748695"/>
                </a:lnTo>
                <a:lnTo>
                  <a:pt x="255543" y="1750894"/>
                </a:lnTo>
                <a:lnTo>
                  <a:pt x="261875" y="1753407"/>
                </a:lnTo>
                <a:lnTo>
                  <a:pt x="268840" y="1755291"/>
                </a:lnTo>
                <a:lnTo>
                  <a:pt x="276438" y="1756862"/>
                </a:lnTo>
                <a:lnTo>
                  <a:pt x="284669" y="1758118"/>
                </a:lnTo>
                <a:lnTo>
                  <a:pt x="293851" y="1758747"/>
                </a:lnTo>
                <a:lnTo>
                  <a:pt x="297966" y="1758747"/>
                </a:lnTo>
                <a:lnTo>
                  <a:pt x="302715" y="1758747"/>
                </a:lnTo>
                <a:lnTo>
                  <a:pt x="307464" y="1758432"/>
                </a:lnTo>
                <a:lnTo>
                  <a:pt x="312530" y="1757490"/>
                </a:lnTo>
                <a:lnTo>
                  <a:pt x="316962" y="1756862"/>
                </a:lnTo>
                <a:lnTo>
                  <a:pt x="322028" y="1755605"/>
                </a:lnTo>
                <a:lnTo>
                  <a:pt x="326777" y="1754035"/>
                </a:lnTo>
                <a:lnTo>
                  <a:pt x="331526" y="1751836"/>
                </a:lnTo>
                <a:lnTo>
                  <a:pt x="336274" y="1749637"/>
                </a:lnTo>
                <a:lnTo>
                  <a:pt x="341023" y="1747125"/>
                </a:lnTo>
                <a:lnTo>
                  <a:pt x="346089" y="1743669"/>
                </a:lnTo>
                <a:lnTo>
                  <a:pt x="350838" y="1739900"/>
                </a:lnTo>
                <a:lnTo>
                  <a:pt x="350521" y="1742727"/>
                </a:lnTo>
                <a:lnTo>
                  <a:pt x="348938" y="1749009"/>
                </a:lnTo>
                <a:lnTo>
                  <a:pt x="347989" y="1753407"/>
                </a:lnTo>
                <a:lnTo>
                  <a:pt x="346722" y="1758118"/>
                </a:lnTo>
                <a:lnTo>
                  <a:pt x="345139" y="1763144"/>
                </a:lnTo>
                <a:lnTo>
                  <a:pt x="342606" y="1768484"/>
                </a:lnTo>
                <a:lnTo>
                  <a:pt x="339757" y="1774138"/>
                </a:lnTo>
                <a:lnTo>
                  <a:pt x="336274" y="1779163"/>
                </a:lnTo>
                <a:lnTo>
                  <a:pt x="332159" y="1783875"/>
                </a:lnTo>
                <a:lnTo>
                  <a:pt x="329626" y="1786388"/>
                </a:lnTo>
                <a:lnTo>
                  <a:pt x="327410" y="1788587"/>
                </a:lnTo>
                <a:lnTo>
                  <a:pt x="324877" y="1790471"/>
                </a:lnTo>
                <a:lnTo>
                  <a:pt x="321711" y="1792356"/>
                </a:lnTo>
                <a:lnTo>
                  <a:pt x="318862" y="1793927"/>
                </a:lnTo>
                <a:lnTo>
                  <a:pt x="315379" y="1795497"/>
                </a:lnTo>
                <a:lnTo>
                  <a:pt x="313294" y="1796061"/>
                </a:lnTo>
                <a:lnTo>
                  <a:pt x="324147" y="1864546"/>
                </a:lnTo>
                <a:lnTo>
                  <a:pt x="406919" y="1700746"/>
                </a:lnTo>
                <a:lnTo>
                  <a:pt x="408505" y="1698627"/>
                </a:lnTo>
                <a:lnTo>
                  <a:pt x="419923" y="1704984"/>
                </a:lnTo>
                <a:lnTo>
                  <a:pt x="431023" y="1711340"/>
                </a:lnTo>
                <a:lnTo>
                  <a:pt x="442124" y="1717697"/>
                </a:lnTo>
                <a:lnTo>
                  <a:pt x="452590" y="1724053"/>
                </a:lnTo>
                <a:lnTo>
                  <a:pt x="462422" y="1730728"/>
                </a:lnTo>
                <a:lnTo>
                  <a:pt x="472254" y="1737402"/>
                </a:lnTo>
                <a:lnTo>
                  <a:pt x="481452" y="1744394"/>
                </a:lnTo>
                <a:lnTo>
                  <a:pt x="490333" y="1751386"/>
                </a:lnTo>
                <a:lnTo>
                  <a:pt x="499213" y="1758378"/>
                </a:lnTo>
                <a:lnTo>
                  <a:pt x="507459" y="1766324"/>
                </a:lnTo>
                <a:lnTo>
                  <a:pt x="515071" y="1773634"/>
                </a:lnTo>
                <a:lnTo>
                  <a:pt x="522683" y="1781579"/>
                </a:lnTo>
                <a:lnTo>
                  <a:pt x="529978" y="1789525"/>
                </a:lnTo>
                <a:lnTo>
                  <a:pt x="536638" y="1797788"/>
                </a:lnTo>
                <a:lnTo>
                  <a:pt x="542981" y="1806688"/>
                </a:lnTo>
                <a:lnTo>
                  <a:pt x="549008" y="1815269"/>
                </a:lnTo>
                <a:lnTo>
                  <a:pt x="554399" y="1824804"/>
                </a:lnTo>
                <a:lnTo>
                  <a:pt x="559791" y="1834021"/>
                </a:lnTo>
                <a:lnTo>
                  <a:pt x="564548" y="1844191"/>
                </a:lnTo>
                <a:lnTo>
                  <a:pt x="569306" y="1854043"/>
                </a:lnTo>
                <a:lnTo>
                  <a:pt x="573112" y="1864532"/>
                </a:lnTo>
                <a:lnTo>
                  <a:pt x="577235" y="1875656"/>
                </a:lnTo>
                <a:lnTo>
                  <a:pt x="580407" y="1886779"/>
                </a:lnTo>
                <a:lnTo>
                  <a:pt x="583578" y="1898539"/>
                </a:lnTo>
                <a:lnTo>
                  <a:pt x="586115" y="1910616"/>
                </a:lnTo>
                <a:lnTo>
                  <a:pt x="588653" y="1923011"/>
                </a:lnTo>
                <a:lnTo>
                  <a:pt x="590556" y="1936042"/>
                </a:lnTo>
                <a:lnTo>
                  <a:pt x="592142" y="1949391"/>
                </a:lnTo>
                <a:lnTo>
                  <a:pt x="593410" y="1963375"/>
                </a:lnTo>
                <a:lnTo>
                  <a:pt x="594679" y="1977677"/>
                </a:lnTo>
                <a:lnTo>
                  <a:pt x="594996" y="1992933"/>
                </a:lnTo>
                <a:lnTo>
                  <a:pt x="595313" y="2008188"/>
                </a:lnTo>
                <a:lnTo>
                  <a:pt x="0" y="2008188"/>
                </a:lnTo>
                <a:lnTo>
                  <a:pt x="0" y="1992297"/>
                </a:lnTo>
                <a:lnTo>
                  <a:pt x="317" y="1976724"/>
                </a:lnTo>
                <a:lnTo>
                  <a:pt x="952" y="1962104"/>
                </a:lnTo>
                <a:lnTo>
                  <a:pt x="2220" y="1947802"/>
                </a:lnTo>
                <a:lnTo>
                  <a:pt x="3172" y="1934135"/>
                </a:lnTo>
                <a:lnTo>
                  <a:pt x="4440" y="1920787"/>
                </a:lnTo>
                <a:lnTo>
                  <a:pt x="6343" y="1907438"/>
                </a:lnTo>
                <a:lnTo>
                  <a:pt x="8563" y="1895361"/>
                </a:lnTo>
                <a:lnTo>
                  <a:pt x="10784" y="1883601"/>
                </a:lnTo>
                <a:lnTo>
                  <a:pt x="13321" y="1872159"/>
                </a:lnTo>
                <a:lnTo>
                  <a:pt x="16492" y="1861036"/>
                </a:lnTo>
                <a:lnTo>
                  <a:pt x="19664" y="1850547"/>
                </a:lnTo>
                <a:lnTo>
                  <a:pt x="23787" y="1840059"/>
                </a:lnTo>
                <a:lnTo>
                  <a:pt x="27910" y="1830524"/>
                </a:lnTo>
                <a:lnTo>
                  <a:pt x="32351" y="1820672"/>
                </a:lnTo>
                <a:lnTo>
                  <a:pt x="37425" y="1811773"/>
                </a:lnTo>
                <a:lnTo>
                  <a:pt x="43134" y="1802556"/>
                </a:lnTo>
                <a:lnTo>
                  <a:pt x="48843" y="1794292"/>
                </a:lnTo>
                <a:lnTo>
                  <a:pt x="55186" y="1786029"/>
                </a:lnTo>
                <a:lnTo>
                  <a:pt x="62164" y="1777766"/>
                </a:lnTo>
                <a:lnTo>
                  <a:pt x="69459" y="1770138"/>
                </a:lnTo>
                <a:lnTo>
                  <a:pt x="77070" y="1762510"/>
                </a:lnTo>
                <a:lnTo>
                  <a:pt x="85317" y="1755200"/>
                </a:lnTo>
                <a:lnTo>
                  <a:pt x="94514" y="1748208"/>
                </a:lnTo>
                <a:lnTo>
                  <a:pt x="103712" y="1741534"/>
                </a:lnTo>
                <a:lnTo>
                  <a:pt x="113544" y="1734859"/>
                </a:lnTo>
                <a:lnTo>
                  <a:pt x="124010" y="1728185"/>
                </a:lnTo>
                <a:lnTo>
                  <a:pt x="135111" y="1721828"/>
                </a:lnTo>
                <a:lnTo>
                  <a:pt x="146846" y="1715472"/>
                </a:lnTo>
                <a:lnTo>
                  <a:pt x="159215" y="1709115"/>
                </a:lnTo>
                <a:lnTo>
                  <a:pt x="171902" y="1703077"/>
                </a:lnTo>
                <a:lnTo>
                  <a:pt x="185540" y="1697038"/>
                </a:lnTo>
                <a:close/>
                <a:moveTo>
                  <a:pt x="1733551" y="1376363"/>
                </a:moveTo>
                <a:lnTo>
                  <a:pt x="1742737" y="1376998"/>
                </a:lnTo>
                <a:lnTo>
                  <a:pt x="1752557" y="1378268"/>
                </a:lnTo>
                <a:lnTo>
                  <a:pt x="1763644" y="1380491"/>
                </a:lnTo>
                <a:lnTo>
                  <a:pt x="1774731" y="1383348"/>
                </a:lnTo>
                <a:lnTo>
                  <a:pt x="1780433" y="1384936"/>
                </a:lnTo>
                <a:lnTo>
                  <a:pt x="1786135" y="1387158"/>
                </a:lnTo>
                <a:lnTo>
                  <a:pt x="1791520" y="1389063"/>
                </a:lnTo>
                <a:lnTo>
                  <a:pt x="1797222" y="1391603"/>
                </a:lnTo>
                <a:lnTo>
                  <a:pt x="1802924" y="1394461"/>
                </a:lnTo>
                <a:lnTo>
                  <a:pt x="1808309" y="1397001"/>
                </a:lnTo>
                <a:lnTo>
                  <a:pt x="1813694" y="1400493"/>
                </a:lnTo>
                <a:lnTo>
                  <a:pt x="1819079" y="1403986"/>
                </a:lnTo>
                <a:lnTo>
                  <a:pt x="1823831" y="1407796"/>
                </a:lnTo>
                <a:lnTo>
                  <a:pt x="1828582" y="1411606"/>
                </a:lnTo>
                <a:lnTo>
                  <a:pt x="1833334" y="1416051"/>
                </a:lnTo>
                <a:lnTo>
                  <a:pt x="1837769" y="1421131"/>
                </a:lnTo>
                <a:lnTo>
                  <a:pt x="1841570" y="1426211"/>
                </a:lnTo>
                <a:lnTo>
                  <a:pt x="1845371" y="1431608"/>
                </a:lnTo>
                <a:lnTo>
                  <a:pt x="1848222" y="1437006"/>
                </a:lnTo>
                <a:lnTo>
                  <a:pt x="1851390" y="1443038"/>
                </a:lnTo>
                <a:lnTo>
                  <a:pt x="1853607" y="1449388"/>
                </a:lnTo>
                <a:lnTo>
                  <a:pt x="1855508" y="1456373"/>
                </a:lnTo>
                <a:lnTo>
                  <a:pt x="1857408" y="1463676"/>
                </a:lnTo>
                <a:lnTo>
                  <a:pt x="1858359" y="1471296"/>
                </a:lnTo>
                <a:lnTo>
                  <a:pt x="1858675" y="1479233"/>
                </a:lnTo>
                <a:lnTo>
                  <a:pt x="1858675" y="1487488"/>
                </a:lnTo>
                <a:lnTo>
                  <a:pt x="1858042" y="1496378"/>
                </a:lnTo>
                <a:lnTo>
                  <a:pt x="1856775" y="1505586"/>
                </a:lnTo>
                <a:lnTo>
                  <a:pt x="1857408" y="1505586"/>
                </a:lnTo>
                <a:lnTo>
                  <a:pt x="1858992" y="1506221"/>
                </a:lnTo>
                <a:lnTo>
                  <a:pt x="1861210" y="1507491"/>
                </a:lnTo>
                <a:lnTo>
                  <a:pt x="1864377" y="1509713"/>
                </a:lnTo>
                <a:lnTo>
                  <a:pt x="1865644" y="1511301"/>
                </a:lnTo>
                <a:lnTo>
                  <a:pt x="1866912" y="1512888"/>
                </a:lnTo>
                <a:lnTo>
                  <a:pt x="1868179" y="1514793"/>
                </a:lnTo>
                <a:lnTo>
                  <a:pt x="1869446" y="1517651"/>
                </a:lnTo>
                <a:lnTo>
                  <a:pt x="1870396" y="1520191"/>
                </a:lnTo>
                <a:lnTo>
                  <a:pt x="1871030" y="1523683"/>
                </a:lnTo>
                <a:lnTo>
                  <a:pt x="1871663" y="1527176"/>
                </a:lnTo>
                <a:lnTo>
                  <a:pt x="1871663" y="1531621"/>
                </a:lnTo>
                <a:lnTo>
                  <a:pt x="1871663" y="1539558"/>
                </a:lnTo>
                <a:lnTo>
                  <a:pt x="1871030" y="1546543"/>
                </a:lnTo>
                <a:lnTo>
                  <a:pt x="1870079" y="1552893"/>
                </a:lnTo>
                <a:lnTo>
                  <a:pt x="1868495" y="1557973"/>
                </a:lnTo>
                <a:lnTo>
                  <a:pt x="1866912" y="1562418"/>
                </a:lnTo>
                <a:lnTo>
                  <a:pt x="1865011" y="1566228"/>
                </a:lnTo>
                <a:lnTo>
                  <a:pt x="1863110" y="1569721"/>
                </a:lnTo>
                <a:lnTo>
                  <a:pt x="1860576" y="1572578"/>
                </a:lnTo>
                <a:lnTo>
                  <a:pt x="1858359" y="1575753"/>
                </a:lnTo>
                <a:lnTo>
                  <a:pt x="1857092" y="1577341"/>
                </a:lnTo>
                <a:lnTo>
                  <a:pt x="1855508" y="1579881"/>
                </a:lnTo>
                <a:lnTo>
                  <a:pt x="1854241" y="1582421"/>
                </a:lnTo>
                <a:lnTo>
                  <a:pt x="1853290" y="1585596"/>
                </a:lnTo>
                <a:lnTo>
                  <a:pt x="1852340" y="1589406"/>
                </a:lnTo>
                <a:lnTo>
                  <a:pt x="1851707" y="1593851"/>
                </a:lnTo>
                <a:lnTo>
                  <a:pt x="1851073" y="1598931"/>
                </a:lnTo>
                <a:lnTo>
                  <a:pt x="1850439" y="1603693"/>
                </a:lnTo>
                <a:lnTo>
                  <a:pt x="1848856" y="1608773"/>
                </a:lnTo>
                <a:lnTo>
                  <a:pt x="1847588" y="1614171"/>
                </a:lnTo>
                <a:lnTo>
                  <a:pt x="1846005" y="1619568"/>
                </a:lnTo>
                <a:lnTo>
                  <a:pt x="1844104" y="1624966"/>
                </a:lnTo>
                <a:lnTo>
                  <a:pt x="1839669" y="1635444"/>
                </a:lnTo>
                <a:lnTo>
                  <a:pt x="1834284" y="1646239"/>
                </a:lnTo>
                <a:lnTo>
                  <a:pt x="1831433" y="1651636"/>
                </a:lnTo>
                <a:lnTo>
                  <a:pt x="1827949" y="1657034"/>
                </a:lnTo>
                <a:lnTo>
                  <a:pt x="1824781" y="1661796"/>
                </a:lnTo>
                <a:lnTo>
                  <a:pt x="1821296" y="1666876"/>
                </a:lnTo>
                <a:lnTo>
                  <a:pt x="1817178" y="1671956"/>
                </a:lnTo>
                <a:lnTo>
                  <a:pt x="1813694" y="1676719"/>
                </a:lnTo>
                <a:lnTo>
                  <a:pt x="1809576" y="1681164"/>
                </a:lnTo>
                <a:lnTo>
                  <a:pt x="1805458" y="1685926"/>
                </a:lnTo>
                <a:lnTo>
                  <a:pt x="1801023" y="1690371"/>
                </a:lnTo>
                <a:lnTo>
                  <a:pt x="1796588" y="1694181"/>
                </a:lnTo>
                <a:lnTo>
                  <a:pt x="1791837" y="1698309"/>
                </a:lnTo>
                <a:lnTo>
                  <a:pt x="1787085" y="1702119"/>
                </a:lnTo>
                <a:lnTo>
                  <a:pt x="1782333" y="1705294"/>
                </a:lnTo>
                <a:lnTo>
                  <a:pt x="1777265" y="1708469"/>
                </a:lnTo>
                <a:lnTo>
                  <a:pt x="1771880" y="1711009"/>
                </a:lnTo>
                <a:lnTo>
                  <a:pt x="1767128" y="1713549"/>
                </a:lnTo>
                <a:lnTo>
                  <a:pt x="1761743" y="1715771"/>
                </a:lnTo>
                <a:lnTo>
                  <a:pt x="1756041" y="1717676"/>
                </a:lnTo>
                <a:lnTo>
                  <a:pt x="1750656" y="1718946"/>
                </a:lnTo>
                <a:lnTo>
                  <a:pt x="1744954" y="1719899"/>
                </a:lnTo>
                <a:lnTo>
                  <a:pt x="1739253" y="1720534"/>
                </a:lnTo>
                <a:lnTo>
                  <a:pt x="1733551" y="1720851"/>
                </a:lnTo>
                <a:lnTo>
                  <a:pt x="1728166" y="1720534"/>
                </a:lnTo>
                <a:lnTo>
                  <a:pt x="1722464" y="1719899"/>
                </a:lnTo>
                <a:lnTo>
                  <a:pt x="1716762" y="1718946"/>
                </a:lnTo>
                <a:lnTo>
                  <a:pt x="1711060" y="1717676"/>
                </a:lnTo>
                <a:lnTo>
                  <a:pt x="1705675" y="1715771"/>
                </a:lnTo>
                <a:lnTo>
                  <a:pt x="1700290" y="1713549"/>
                </a:lnTo>
                <a:lnTo>
                  <a:pt x="1694904" y="1711009"/>
                </a:lnTo>
                <a:lnTo>
                  <a:pt x="1690153" y="1708469"/>
                </a:lnTo>
                <a:lnTo>
                  <a:pt x="1685085" y="1705294"/>
                </a:lnTo>
                <a:lnTo>
                  <a:pt x="1680016" y="1702119"/>
                </a:lnTo>
                <a:lnTo>
                  <a:pt x="1675265" y="1698309"/>
                </a:lnTo>
                <a:lnTo>
                  <a:pt x="1670830" y="1694181"/>
                </a:lnTo>
                <a:lnTo>
                  <a:pt x="1666395" y="1690371"/>
                </a:lnTo>
                <a:lnTo>
                  <a:pt x="1661960" y="1685926"/>
                </a:lnTo>
                <a:lnTo>
                  <a:pt x="1657842" y="1681164"/>
                </a:lnTo>
                <a:lnTo>
                  <a:pt x="1653724" y="1676719"/>
                </a:lnTo>
                <a:lnTo>
                  <a:pt x="1649606" y="1671956"/>
                </a:lnTo>
                <a:lnTo>
                  <a:pt x="1646122" y="1666876"/>
                </a:lnTo>
                <a:lnTo>
                  <a:pt x="1642637" y="1661796"/>
                </a:lnTo>
                <a:lnTo>
                  <a:pt x="1639469" y="1657034"/>
                </a:lnTo>
                <a:lnTo>
                  <a:pt x="1635985" y="1651636"/>
                </a:lnTo>
                <a:lnTo>
                  <a:pt x="1633134" y="1646239"/>
                </a:lnTo>
                <a:lnTo>
                  <a:pt x="1627749" y="1635444"/>
                </a:lnTo>
                <a:lnTo>
                  <a:pt x="1623314" y="1624966"/>
                </a:lnTo>
                <a:lnTo>
                  <a:pt x="1621413" y="1619568"/>
                </a:lnTo>
                <a:lnTo>
                  <a:pt x="1619830" y="1614171"/>
                </a:lnTo>
                <a:lnTo>
                  <a:pt x="1618246" y="1608773"/>
                </a:lnTo>
                <a:lnTo>
                  <a:pt x="1616979" y="1603693"/>
                </a:lnTo>
                <a:lnTo>
                  <a:pt x="1616028" y="1598931"/>
                </a:lnTo>
                <a:lnTo>
                  <a:pt x="1615395" y="1593851"/>
                </a:lnTo>
                <a:lnTo>
                  <a:pt x="1614761" y="1589406"/>
                </a:lnTo>
                <a:lnTo>
                  <a:pt x="1614128" y="1585596"/>
                </a:lnTo>
                <a:lnTo>
                  <a:pt x="1612861" y="1582421"/>
                </a:lnTo>
                <a:lnTo>
                  <a:pt x="1611593" y="1579881"/>
                </a:lnTo>
                <a:lnTo>
                  <a:pt x="1610326" y="1577341"/>
                </a:lnTo>
                <a:lnTo>
                  <a:pt x="1609059" y="1575753"/>
                </a:lnTo>
                <a:lnTo>
                  <a:pt x="1606842" y="1572578"/>
                </a:lnTo>
                <a:lnTo>
                  <a:pt x="1604308" y="1569721"/>
                </a:lnTo>
                <a:lnTo>
                  <a:pt x="1602090" y="1566228"/>
                </a:lnTo>
                <a:lnTo>
                  <a:pt x="1600506" y="1562418"/>
                </a:lnTo>
                <a:lnTo>
                  <a:pt x="1598606" y="1557973"/>
                </a:lnTo>
                <a:lnTo>
                  <a:pt x="1597339" y="1552893"/>
                </a:lnTo>
                <a:lnTo>
                  <a:pt x="1596388" y="1546543"/>
                </a:lnTo>
                <a:lnTo>
                  <a:pt x="1595755" y="1539558"/>
                </a:lnTo>
                <a:lnTo>
                  <a:pt x="1595438" y="1531621"/>
                </a:lnTo>
                <a:lnTo>
                  <a:pt x="1595755" y="1527176"/>
                </a:lnTo>
                <a:lnTo>
                  <a:pt x="1596072" y="1523683"/>
                </a:lnTo>
                <a:lnTo>
                  <a:pt x="1596705" y="1520191"/>
                </a:lnTo>
                <a:lnTo>
                  <a:pt x="1597656" y="1517651"/>
                </a:lnTo>
                <a:lnTo>
                  <a:pt x="1598923" y="1514793"/>
                </a:lnTo>
                <a:lnTo>
                  <a:pt x="1600506" y="1512888"/>
                </a:lnTo>
                <a:lnTo>
                  <a:pt x="1601774" y="1511301"/>
                </a:lnTo>
                <a:lnTo>
                  <a:pt x="1603041" y="1509713"/>
                </a:lnTo>
                <a:lnTo>
                  <a:pt x="1605575" y="1507491"/>
                </a:lnTo>
                <a:lnTo>
                  <a:pt x="1608426" y="1506221"/>
                </a:lnTo>
                <a:lnTo>
                  <a:pt x="1610010" y="1505586"/>
                </a:lnTo>
                <a:lnTo>
                  <a:pt x="1610643" y="1505586"/>
                </a:lnTo>
                <a:lnTo>
                  <a:pt x="1609376" y="1496378"/>
                </a:lnTo>
                <a:lnTo>
                  <a:pt x="1608743" y="1487488"/>
                </a:lnTo>
                <a:lnTo>
                  <a:pt x="1608426" y="1479233"/>
                </a:lnTo>
                <a:lnTo>
                  <a:pt x="1609059" y="1471296"/>
                </a:lnTo>
                <a:lnTo>
                  <a:pt x="1610010" y="1463676"/>
                </a:lnTo>
                <a:lnTo>
                  <a:pt x="1611277" y="1456373"/>
                </a:lnTo>
                <a:lnTo>
                  <a:pt x="1613494" y="1449388"/>
                </a:lnTo>
                <a:lnTo>
                  <a:pt x="1616028" y="1443038"/>
                </a:lnTo>
                <a:lnTo>
                  <a:pt x="1618879" y="1437006"/>
                </a:lnTo>
                <a:lnTo>
                  <a:pt x="1622047" y="1431608"/>
                </a:lnTo>
                <a:lnTo>
                  <a:pt x="1625848" y="1426211"/>
                </a:lnTo>
                <a:lnTo>
                  <a:pt x="1629649" y="1421131"/>
                </a:lnTo>
                <a:lnTo>
                  <a:pt x="1634084" y="1416051"/>
                </a:lnTo>
                <a:lnTo>
                  <a:pt x="1638519" y="1411606"/>
                </a:lnTo>
                <a:lnTo>
                  <a:pt x="1643271" y="1407796"/>
                </a:lnTo>
                <a:lnTo>
                  <a:pt x="1648339" y="1403986"/>
                </a:lnTo>
                <a:lnTo>
                  <a:pt x="1653407" y="1400493"/>
                </a:lnTo>
                <a:lnTo>
                  <a:pt x="1658792" y="1397001"/>
                </a:lnTo>
                <a:lnTo>
                  <a:pt x="1664494" y="1394461"/>
                </a:lnTo>
                <a:lnTo>
                  <a:pt x="1670196" y="1391603"/>
                </a:lnTo>
                <a:lnTo>
                  <a:pt x="1675581" y="1389063"/>
                </a:lnTo>
                <a:lnTo>
                  <a:pt x="1681283" y="1387158"/>
                </a:lnTo>
                <a:lnTo>
                  <a:pt x="1686985" y="1384936"/>
                </a:lnTo>
                <a:lnTo>
                  <a:pt x="1692687" y="1383348"/>
                </a:lnTo>
                <a:lnTo>
                  <a:pt x="1703774" y="1380491"/>
                </a:lnTo>
                <a:lnTo>
                  <a:pt x="1714228" y="1378268"/>
                </a:lnTo>
                <a:lnTo>
                  <a:pt x="1724364" y="1376998"/>
                </a:lnTo>
                <a:lnTo>
                  <a:pt x="1733551" y="1376363"/>
                </a:lnTo>
                <a:close/>
                <a:moveTo>
                  <a:pt x="1015207" y="1376363"/>
                </a:moveTo>
                <a:lnTo>
                  <a:pt x="1024446" y="1376998"/>
                </a:lnTo>
                <a:lnTo>
                  <a:pt x="1034641" y="1378268"/>
                </a:lnTo>
                <a:lnTo>
                  <a:pt x="1045473" y="1380491"/>
                </a:lnTo>
                <a:lnTo>
                  <a:pt x="1056624" y="1383348"/>
                </a:lnTo>
                <a:lnTo>
                  <a:pt x="1062358" y="1384936"/>
                </a:lnTo>
                <a:lnTo>
                  <a:pt x="1068093" y="1387158"/>
                </a:lnTo>
                <a:lnTo>
                  <a:pt x="1073828" y="1389063"/>
                </a:lnTo>
                <a:lnTo>
                  <a:pt x="1079562" y="1391603"/>
                </a:lnTo>
                <a:lnTo>
                  <a:pt x="1084978" y="1394461"/>
                </a:lnTo>
                <a:lnTo>
                  <a:pt x="1090713" y="1397001"/>
                </a:lnTo>
                <a:lnTo>
                  <a:pt x="1095811" y="1400493"/>
                </a:lnTo>
                <a:lnTo>
                  <a:pt x="1100908" y="1403986"/>
                </a:lnTo>
                <a:lnTo>
                  <a:pt x="1106006" y="1407796"/>
                </a:lnTo>
                <a:lnTo>
                  <a:pt x="1111103" y="1411606"/>
                </a:lnTo>
                <a:lnTo>
                  <a:pt x="1115245" y="1416051"/>
                </a:lnTo>
                <a:lnTo>
                  <a:pt x="1119705" y="1421131"/>
                </a:lnTo>
                <a:lnTo>
                  <a:pt x="1123847" y="1426211"/>
                </a:lnTo>
                <a:lnTo>
                  <a:pt x="1127351" y="1431608"/>
                </a:lnTo>
                <a:lnTo>
                  <a:pt x="1130856" y="1437006"/>
                </a:lnTo>
                <a:lnTo>
                  <a:pt x="1133723" y="1443038"/>
                </a:lnTo>
                <a:lnTo>
                  <a:pt x="1136272" y="1449388"/>
                </a:lnTo>
                <a:lnTo>
                  <a:pt x="1138183" y="1456373"/>
                </a:lnTo>
                <a:lnTo>
                  <a:pt x="1139776" y="1463676"/>
                </a:lnTo>
                <a:lnTo>
                  <a:pt x="1140732" y="1471296"/>
                </a:lnTo>
                <a:lnTo>
                  <a:pt x="1141051" y="1479233"/>
                </a:lnTo>
                <a:lnTo>
                  <a:pt x="1141051" y="1487488"/>
                </a:lnTo>
                <a:lnTo>
                  <a:pt x="1140414" y="1496378"/>
                </a:lnTo>
                <a:lnTo>
                  <a:pt x="1139139" y="1505586"/>
                </a:lnTo>
                <a:lnTo>
                  <a:pt x="1139776" y="1505586"/>
                </a:lnTo>
                <a:lnTo>
                  <a:pt x="1141369" y="1506221"/>
                </a:lnTo>
                <a:lnTo>
                  <a:pt x="1143918" y="1507491"/>
                </a:lnTo>
                <a:lnTo>
                  <a:pt x="1146467" y="1509713"/>
                </a:lnTo>
                <a:lnTo>
                  <a:pt x="1148060" y="1511301"/>
                </a:lnTo>
                <a:lnTo>
                  <a:pt x="1149653" y="1512888"/>
                </a:lnTo>
                <a:lnTo>
                  <a:pt x="1150609" y="1514793"/>
                </a:lnTo>
                <a:lnTo>
                  <a:pt x="1151883" y="1517651"/>
                </a:lnTo>
                <a:lnTo>
                  <a:pt x="1152839" y="1520191"/>
                </a:lnTo>
                <a:lnTo>
                  <a:pt x="1153476" y="1523683"/>
                </a:lnTo>
                <a:lnTo>
                  <a:pt x="1153795" y="1527176"/>
                </a:lnTo>
                <a:lnTo>
                  <a:pt x="1154113" y="1531621"/>
                </a:lnTo>
                <a:lnTo>
                  <a:pt x="1153795" y="1539558"/>
                </a:lnTo>
                <a:lnTo>
                  <a:pt x="1153157" y="1546543"/>
                </a:lnTo>
                <a:lnTo>
                  <a:pt x="1152202" y="1552893"/>
                </a:lnTo>
                <a:lnTo>
                  <a:pt x="1150927" y="1557973"/>
                </a:lnTo>
                <a:lnTo>
                  <a:pt x="1149653" y="1562418"/>
                </a:lnTo>
                <a:lnTo>
                  <a:pt x="1147423" y="1566228"/>
                </a:lnTo>
                <a:lnTo>
                  <a:pt x="1145193" y="1569721"/>
                </a:lnTo>
                <a:lnTo>
                  <a:pt x="1142962" y="1572578"/>
                </a:lnTo>
                <a:lnTo>
                  <a:pt x="1140414" y="1575753"/>
                </a:lnTo>
                <a:lnTo>
                  <a:pt x="1139139" y="1577341"/>
                </a:lnTo>
                <a:lnTo>
                  <a:pt x="1137865" y="1579881"/>
                </a:lnTo>
                <a:lnTo>
                  <a:pt x="1136909" y="1582421"/>
                </a:lnTo>
                <a:lnTo>
                  <a:pt x="1135953" y="1585596"/>
                </a:lnTo>
                <a:lnTo>
                  <a:pt x="1134679" y="1589406"/>
                </a:lnTo>
                <a:lnTo>
                  <a:pt x="1134042" y="1593851"/>
                </a:lnTo>
                <a:lnTo>
                  <a:pt x="1133405" y="1598931"/>
                </a:lnTo>
                <a:lnTo>
                  <a:pt x="1132449" y="1603693"/>
                </a:lnTo>
                <a:lnTo>
                  <a:pt x="1131493" y="1608773"/>
                </a:lnTo>
                <a:lnTo>
                  <a:pt x="1129900" y="1614171"/>
                </a:lnTo>
                <a:lnTo>
                  <a:pt x="1127989" y="1619568"/>
                </a:lnTo>
                <a:lnTo>
                  <a:pt x="1126396" y="1624966"/>
                </a:lnTo>
                <a:lnTo>
                  <a:pt x="1121617" y="1635444"/>
                </a:lnTo>
                <a:lnTo>
                  <a:pt x="1116519" y="1646239"/>
                </a:lnTo>
                <a:lnTo>
                  <a:pt x="1113333" y="1651636"/>
                </a:lnTo>
                <a:lnTo>
                  <a:pt x="1110466" y="1657034"/>
                </a:lnTo>
                <a:lnTo>
                  <a:pt x="1106961" y="1661796"/>
                </a:lnTo>
                <a:lnTo>
                  <a:pt x="1103457" y="1666876"/>
                </a:lnTo>
                <a:lnTo>
                  <a:pt x="1099634" y="1671956"/>
                </a:lnTo>
                <a:lnTo>
                  <a:pt x="1095492" y="1676719"/>
                </a:lnTo>
                <a:lnTo>
                  <a:pt x="1091669" y="1681164"/>
                </a:lnTo>
                <a:lnTo>
                  <a:pt x="1087527" y="1685926"/>
                </a:lnTo>
                <a:lnTo>
                  <a:pt x="1083067" y="1690371"/>
                </a:lnTo>
                <a:lnTo>
                  <a:pt x="1078607" y="1694181"/>
                </a:lnTo>
                <a:lnTo>
                  <a:pt x="1073828" y="1698309"/>
                </a:lnTo>
                <a:lnTo>
                  <a:pt x="1069049" y="1702119"/>
                </a:lnTo>
                <a:lnTo>
                  <a:pt x="1063951" y="1705294"/>
                </a:lnTo>
                <a:lnTo>
                  <a:pt x="1059172" y="1708469"/>
                </a:lnTo>
                <a:lnTo>
                  <a:pt x="1054075" y="1711009"/>
                </a:lnTo>
                <a:lnTo>
                  <a:pt x="1048659" y="1713549"/>
                </a:lnTo>
                <a:lnTo>
                  <a:pt x="1043243" y="1715771"/>
                </a:lnTo>
                <a:lnTo>
                  <a:pt x="1037827" y="1717676"/>
                </a:lnTo>
                <a:lnTo>
                  <a:pt x="1032411" y="1718946"/>
                </a:lnTo>
                <a:lnTo>
                  <a:pt x="1026995" y="1719899"/>
                </a:lnTo>
                <a:lnTo>
                  <a:pt x="1020941" y="1720534"/>
                </a:lnTo>
                <a:lnTo>
                  <a:pt x="1015207" y="1720851"/>
                </a:lnTo>
                <a:lnTo>
                  <a:pt x="1009472" y="1720534"/>
                </a:lnTo>
                <a:lnTo>
                  <a:pt x="1003737" y="1719899"/>
                </a:lnTo>
                <a:lnTo>
                  <a:pt x="998003" y="1718946"/>
                </a:lnTo>
                <a:lnTo>
                  <a:pt x="992587" y="1717676"/>
                </a:lnTo>
                <a:lnTo>
                  <a:pt x="987489" y="1715771"/>
                </a:lnTo>
                <a:lnTo>
                  <a:pt x="982073" y="1713549"/>
                </a:lnTo>
                <a:lnTo>
                  <a:pt x="976657" y="1711009"/>
                </a:lnTo>
                <a:lnTo>
                  <a:pt x="971559" y="1708469"/>
                </a:lnTo>
                <a:lnTo>
                  <a:pt x="966462" y="1705294"/>
                </a:lnTo>
                <a:lnTo>
                  <a:pt x="961683" y="1702119"/>
                </a:lnTo>
                <a:lnTo>
                  <a:pt x="956904" y="1698309"/>
                </a:lnTo>
                <a:lnTo>
                  <a:pt x="952125" y="1694181"/>
                </a:lnTo>
                <a:lnTo>
                  <a:pt x="947346" y="1690371"/>
                </a:lnTo>
                <a:lnTo>
                  <a:pt x="943204" y="1685926"/>
                </a:lnTo>
                <a:lnTo>
                  <a:pt x="939063" y="1681164"/>
                </a:lnTo>
                <a:lnTo>
                  <a:pt x="934602" y="1676719"/>
                </a:lnTo>
                <a:lnTo>
                  <a:pt x="931098" y="1671956"/>
                </a:lnTo>
                <a:lnTo>
                  <a:pt x="927275" y="1666876"/>
                </a:lnTo>
                <a:lnTo>
                  <a:pt x="923770" y="1661796"/>
                </a:lnTo>
                <a:lnTo>
                  <a:pt x="920266" y="1657034"/>
                </a:lnTo>
                <a:lnTo>
                  <a:pt x="914212" y="1646239"/>
                </a:lnTo>
                <a:lnTo>
                  <a:pt x="908796" y="1635444"/>
                </a:lnTo>
                <a:lnTo>
                  <a:pt x="904336" y="1624966"/>
                </a:lnTo>
                <a:lnTo>
                  <a:pt x="902424" y="1619568"/>
                </a:lnTo>
                <a:lnTo>
                  <a:pt x="900832" y="1614171"/>
                </a:lnTo>
                <a:lnTo>
                  <a:pt x="899239" y="1608773"/>
                </a:lnTo>
                <a:lnTo>
                  <a:pt x="898283" y="1603693"/>
                </a:lnTo>
                <a:lnTo>
                  <a:pt x="897327" y="1598931"/>
                </a:lnTo>
                <a:lnTo>
                  <a:pt x="896690" y="1593851"/>
                </a:lnTo>
                <a:lnTo>
                  <a:pt x="895734" y="1589406"/>
                </a:lnTo>
                <a:lnTo>
                  <a:pt x="894778" y="1585596"/>
                </a:lnTo>
                <a:lnTo>
                  <a:pt x="893822" y="1582421"/>
                </a:lnTo>
                <a:lnTo>
                  <a:pt x="892548" y="1579881"/>
                </a:lnTo>
                <a:lnTo>
                  <a:pt x="891592" y="1577341"/>
                </a:lnTo>
                <a:lnTo>
                  <a:pt x="890318" y="1575753"/>
                </a:lnTo>
                <a:lnTo>
                  <a:pt x="887451" y="1572578"/>
                </a:lnTo>
                <a:lnTo>
                  <a:pt x="885220" y="1569721"/>
                </a:lnTo>
                <a:lnTo>
                  <a:pt x="882990" y="1566228"/>
                </a:lnTo>
                <a:lnTo>
                  <a:pt x="881079" y="1562418"/>
                </a:lnTo>
                <a:lnTo>
                  <a:pt x="879486" y="1557973"/>
                </a:lnTo>
                <a:lnTo>
                  <a:pt x="878211" y="1552893"/>
                </a:lnTo>
                <a:lnTo>
                  <a:pt x="877256" y="1546543"/>
                </a:lnTo>
                <a:lnTo>
                  <a:pt x="876300" y="1539558"/>
                </a:lnTo>
                <a:lnTo>
                  <a:pt x="876300" y="1531621"/>
                </a:lnTo>
                <a:lnTo>
                  <a:pt x="876300" y="1527176"/>
                </a:lnTo>
                <a:lnTo>
                  <a:pt x="877256" y="1523683"/>
                </a:lnTo>
                <a:lnTo>
                  <a:pt x="877893" y="1520191"/>
                </a:lnTo>
                <a:lnTo>
                  <a:pt x="878849" y="1517651"/>
                </a:lnTo>
                <a:lnTo>
                  <a:pt x="879804" y="1514793"/>
                </a:lnTo>
                <a:lnTo>
                  <a:pt x="881079" y="1512888"/>
                </a:lnTo>
                <a:lnTo>
                  <a:pt x="882353" y="1511301"/>
                </a:lnTo>
                <a:lnTo>
                  <a:pt x="883946" y="1509713"/>
                </a:lnTo>
                <a:lnTo>
                  <a:pt x="886813" y="1507491"/>
                </a:lnTo>
                <a:lnTo>
                  <a:pt x="889044" y="1506221"/>
                </a:lnTo>
                <a:lnTo>
                  <a:pt x="890955" y="1505586"/>
                </a:lnTo>
                <a:lnTo>
                  <a:pt x="891592" y="1505586"/>
                </a:lnTo>
                <a:lnTo>
                  <a:pt x="890318" y="1496378"/>
                </a:lnTo>
                <a:lnTo>
                  <a:pt x="889362" y="1487488"/>
                </a:lnTo>
                <a:lnTo>
                  <a:pt x="889362" y="1479233"/>
                </a:lnTo>
                <a:lnTo>
                  <a:pt x="889999" y="1471296"/>
                </a:lnTo>
                <a:lnTo>
                  <a:pt x="890955" y="1463676"/>
                </a:lnTo>
                <a:lnTo>
                  <a:pt x="892548" y="1456373"/>
                </a:lnTo>
                <a:lnTo>
                  <a:pt x="894460" y="1449388"/>
                </a:lnTo>
                <a:lnTo>
                  <a:pt x="897008" y="1443038"/>
                </a:lnTo>
                <a:lnTo>
                  <a:pt x="899876" y="1437006"/>
                </a:lnTo>
                <a:lnTo>
                  <a:pt x="903380" y="1431608"/>
                </a:lnTo>
                <a:lnTo>
                  <a:pt x="906885" y="1426211"/>
                </a:lnTo>
                <a:lnTo>
                  <a:pt x="910708" y="1421131"/>
                </a:lnTo>
                <a:lnTo>
                  <a:pt x="914850" y="1416051"/>
                </a:lnTo>
                <a:lnTo>
                  <a:pt x="919629" y="1411606"/>
                </a:lnTo>
                <a:lnTo>
                  <a:pt x="924407" y="1407796"/>
                </a:lnTo>
                <a:lnTo>
                  <a:pt x="929505" y="1403986"/>
                </a:lnTo>
                <a:lnTo>
                  <a:pt x="934602" y="1400493"/>
                </a:lnTo>
                <a:lnTo>
                  <a:pt x="940018" y="1397001"/>
                </a:lnTo>
                <a:lnTo>
                  <a:pt x="945435" y="1394461"/>
                </a:lnTo>
                <a:lnTo>
                  <a:pt x="951169" y="1391603"/>
                </a:lnTo>
                <a:lnTo>
                  <a:pt x="956904" y="1389063"/>
                </a:lnTo>
                <a:lnTo>
                  <a:pt x="962639" y="1387158"/>
                </a:lnTo>
                <a:lnTo>
                  <a:pt x="968373" y="1384936"/>
                </a:lnTo>
                <a:lnTo>
                  <a:pt x="974108" y="1383348"/>
                </a:lnTo>
                <a:lnTo>
                  <a:pt x="985259" y="1380491"/>
                </a:lnTo>
                <a:lnTo>
                  <a:pt x="996091" y="1378268"/>
                </a:lnTo>
                <a:lnTo>
                  <a:pt x="1006286" y="1376998"/>
                </a:lnTo>
                <a:lnTo>
                  <a:pt x="1015207" y="1376363"/>
                </a:lnTo>
                <a:close/>
                <a:moveTo>
                  <a:pt x="297497" y="1376363"/>
                </a:moveTo>
                <a:lnTo>
                  <a:pt x="306726" y="1376998"/>
                </a:lnTo>
                <a:lnTo>
                  <a:pt x="316591" y="1378268"/>
                </a:lnTo>
                <a:lnTo>
                  <a:pt x="327729" y="1380491"/>
                </a:lnTo>
                <a:lnTo>
                  <a:pt x="338867" y="1383348"/>
                </a:lnTo>
                <a:lnTo>
                  <a:pt x="344595" y="1384936"/>
                </a:lnTo>
                <a:lnTo>
                  <a:pt x="350323" y="1387158"/>
                </a:lnTo>
                <a:lnTo>
                  <a:pt x="355733" y="1389063"/>
                </a:lnTo>
                <a:lnTo>
                  <a:pt x="361461" y="1391603"/>
                </a:lnTo>
                <a:lnTo>
                  <a:pt x="367189" y="1394461"/>
                </a:lnTo>
                <a:lnTo>
                  <a:pt x="372599" y="1397001"/>
                </a:lnTo>
                <a:lnTo>
                  <a:pt x="378009" y="1400493"/>
                </a:lnTo>
                <a:lnTo>
                  <a:pt x="383419" y="1403986"/>
                </a:lnTo>
                <a:lnTo>
                  <a:pt x="388510" y="1407796"/>
                </a:lnTo>
                <a:lnTo>
                  <a:pt x="392966" y="1411606"/>
                </a:lnTo>
                <a:lnTo>
                  <a:pt x="397739" y="1416051"/>
                </a:lnTo>
                <a:lnTo>
                  <a:pt x="402194" y="1421131"/>
                </a:lnTo>
                <a:lnTo>
                  <a:pt x="406013" y="1426211"/>
                </a:lnTo>
                <a:lnTo>
                  <a:pt x="409832" y="1431608"/>
                </a:lnTo>
                <a:lnTo>
                  <a:pt x="412696" y="1437006"/>
                </a:lnTo>
                <a:lnTo>
                  <a:pt x="415878" y="1443038"/>
                </a:lnTo>
                <a:lnTo>
                  <a:pt x="418106" y="1449388"/>
                </a:lnTo>
                <a:lnTo>
                  <a:pt x="420015" y="1456373"/>
                </a:lnTo>
                <a:lnTo>
                  <a:pt x="421924" y="1463676"/>
                </a:lnTo>
                <a:lnTo>
                  <a:pt x="422879" y="1471296"/>
                </a:lnTo>
                <a:lnTo>
                  <a:pt x="423197" y="1479233"/>
                </a:lnTo>
                <a:lnTo>
                  <a:pt x="423197" y="1487488"/>
                </a:lnTo>
                <a:lnTo>
                  <a:pt x="422561" y="1496378"/>
                </a:lnTo>
                <a:lnTo>
                  <a:pt x="421288" y="1505586"/>
                </a:lnTo>
                <a:lnTo>
                  <a:pt x="421924" y="1505586"/>
                </a:lnTo>
                <a:lnTo>
                  <a:pt x="423516" y="1506221"/>
                </a:lnTo>
                <a:lnTo>
                  <a:pt x="426061" y="1507491"/>
                </a:lnTo>
                <a:lnTo>
                  <a:pt x="428925" y="1509713"/>
                </a:lnTo>
                <a:lnTo>
                  <a:pt x="430198" y="1511301"/>
                </a:lnTo>
                <a:lnTo>
                  <a:pt x="431471" y="1512888"/>
                </a:lnTo>
                <a:lnTo>
                  <a:pt x="432744" y="1514793"/>
                </a:lnTo>
                <a:lnTo>
                  <a:pt x="434017" y="1517651"/>
                </a:lnTo>
                <a:lnTo>
                  <a:pt x="434972" y="1520191"/>
                </a:lnTo>
                <a:lnTo>
                  <a:pt x="435926" y="1523683"/>
                </a:lnTo>
                <a:lnTo>
                  <a:pt x="436245" y="1527176"/>
                </a:lnTo>
                <a:lnTo>
                  <a:pt x="436563" y="1531621"/>
                </a:lnTo>
                <a:lnTo>
                  <a:pt x="436245" y="1539558"/>
                </a:lnTo>
                <a:lnTo>
                  <a:pt x="435608" y="1546543"/>
                </a:lnTo>
                <a:lnTo>
                  <a:pt x="434653" y="1552893"/>
                </a:lnTo>
                <a:lnTo>
                  <a:pt x="433062" y="1557973"/>
                </a:lnTo>
                <a:lnTo>
                  <a:pt x="431471" y="1562418"/>
                </a:lnTo>
                <a:lnTo>
                  <a:pt x="429562" y="1566228"/>
                </a:lnTo>
                <a:lnTo>
                  <a:pt x="427652" y="1569721"/>
                </a:lnTo>
                <a:lnTo>
                  <a:pt x="425107" y="1572578"/>
                </a:lnTo>
                <a:lnTo>
                  <a:pt x="422879" y="1575753"/>
                </a:lnTo>
                <a:lnTo>
                  <a:pt x="421606" y="1577341"/>
                </a:lnTo>
                <a:lnTo>
                  <a:pt x="420015" y="1579881"/>
                </a:lnTo>
                <a:lnTo>
                  <a:pt x="418742" y="1582421"/>
                </a:lnTo>
                <a:lnTo>
                  <a:pt x="417787" y="1585596"/>
                </a:lnTo>
                <a:lnTo>
                  <a:pt x="416833" y="1589406"/>
                </a:lnTo>
                <a:lnTo>
                  <a:pt x="416515" y="1593851"/>
                </a:lnTo>
                <a:lnTo>
                  <a:pt x="415560" y="1598931"/>
                </a:lnTo>
                <a:lnTo>
                  <a:pt x="414923" y="1603693"/>
                </a:lnTo>
                <a:lnTo>
                  <a:pt x="413332" y="1608773"/>
                </a:lnTo>
                <a:lnTo>
                  <a:pt x="412059" y="1614171"/>
                </a:lnTo>
                <a:lnTo>
                  <a:pt x="410468" y="1619568"/>
                </a:lnTo>
                <a:lnTo>
                  <a:pt x="408559" y="1624966"/>
                </a:lnTo>
                <a:lnTo>
                  <a:pt x="404104" y="1635444"/>
                </a:lnTo>
                <a:lnTo>
                  <a:pt x="398694" y="1646239"/>
                </a:lnTo>
                <a:lnTo>
                  <a:pt x="395830" y="1651636"/>
                </a:lnTo>
                <a:lnTo>
                  <a:pt x="392329" y="1657034"/>
                </a:lnTo>
                <a:lnTo>
                  <a:pt x="389147" y="1661796"/>
                </a:lnTo>
                <a:lnTo>
                  <a:pt x="385646" y="1666876"/>
                </a:lnTo>
                <a:lnTo>
                  <a:pt x="381509" y="1671956"/>
                </a:lnTo>
                <a:lnTo>
                  <a:pt x="378009" y="1676719"/>
                </a:lnTo>
                <a:lnTo>
                  <a:pt x="373872" y="1681164"/>
                </a:lnTo>
                <a:lnTo>
                  <a:pt x="369735" y="1685926"/>
                </a:lnTo>
                <a:lnTo>
                  <a:pt x="365280" y="1690371"/>
                </a:lnTo>
                <a:lnTo>
                  <a:pt x="360825" y="1694181"/>
                </a:lnTo>
                <a:lnTo>
                  <a:pt x="356369" y="1698309"/>
                </a:lnTo>
                <a:lnTo>
                  <a:pt x="351278" y="1702119"/>
                </a:lnTo>
                <a:lnTo>
                  <a:pt x="346504" y="1705294"/>
                </a:lnTo>
                <a:lnTo>
                  <a:pt x="341413" y="1708469"/>
                </a:lnTo>
                <a:lnTo>
                  <a:pt x="336003" y="1711009"/>
                </a:lnTo>
                <a:lnTo>
                  <a:pt x="331229" y="1713549"/>
                </a:lnTo>
                <a:lnTo>
                  <a:pt x="325820" y="1715771"/>
                </a:lnTo>
                <a:lnTo>
                  <a:pt x="320092" y="1717676"/>
                </a:lnTo>
                <a:lnTo>
                  <a:pt x="314682" y="1718946"/>
                </a:lnTo>
                <a:lnTo>
                  <a:pt x="308954" y="1719899"/>
                </a:lnTo>
                <a:lnTo>
                  <a:pt x="303225" y="1720534"/>
                </a:lnTo>
                <a:lnTo>
                  <a:pt x="297497" y="1720851"/>
                </a:lnTo>
                <a:lnTo>
                  <a:pt x="292087" y="1720534"/>
                </a:lnTo>
                <a:lnTo>
                  <a:pt x="286359" y="1719899"/>
                </a:lnTo>
                <a:lnTo>
                  <a:pt x="280631" y="1718946"/>
                </a:lnTo>
                <a:lnTo>
                  <a:pt x="274903" y="1717676"/>
                </a:lnTo>
                <a:lnTo>
                  <a:pt x="269493" y="1715771"/>
                </a:lnTo>
                <a:lnTo>
                  <a:pt x="264083" y="1713549"/>
                </a:lnTo>
                <a:lnTo>
                  <a:pt x="258674" y="1711009"/>
                </a:lnTo>
                <a:lnTo>
                  <a:pt x="253900" y="1708469"/>
                </a:lnTo>
                <a:lnTo>
                  <a:pt x="248808" y="1705294"/>
                </a:lnTo>
                <a:lnTo>
                  <a:pt x="243717" y="1702119"/>
                </a:lnTo>
                <a:lnTo>
                  <a:pt x="238943" y="1698309"/>
                </a:lnTo>
                <a:lnTo>
                  <a:pt x="234488" y="1694181"/>
                </a:lnTo>
                <a:lnTo>
                  <a:pt x="230033" y="1690371"/>
                </a:lnTo>
                <a:lnTo>
                  <a:pt x="225578" y="1685926"/>
                </a:lnTo>
                <a:lnTo>
                  <a:pt x="221441" y="1681164"/>
                </a:lnTo>
                <a:lnTo>
                  <a:pt x="217304" y="1676719"/>
                </a:lnTo>
                <a:lnTo>
                  <a:pt x="213167" y="1671956"/>
                </a:lnTo>
                <a:lnTo>
                  <a:pt x="209666" y="1666876"/>
                </a:lnTo>
                <a:lnTo>
                  <a:pt x="206166" y="1661796"/>
                </a:lnTo>
                <a:lnTo>
                  <a:pt x="202984" y="1657034"/>
                </a:lnTo>
                <a:lnTo>
                  <a:pt x="196619" y="1646239"/>
                </a:lnTo>
                <a:lnTo>
                  <a:pt x="191209" y="1635444"/>
                </a:lnTo>
                <a:lnTo>
                  <a:pt x="186754" y="1624966"/>
                </a:lnTo>
                <a:lnTo>
                  <a:pt x="184845" y="1619568"/>
                </a:lnTo>
                <a:lnTo>
                  <a:pt x="183253" y="1614171"/>
                </a:lnTo>
                <a:lnTo>
                  <a:pt x="181981" y="1608773"/>
                </a:lnTo>
                <a:lnTo>
                  <a:pt x="180389" y="1603693"/>
                </a:lnTo>
                <a:lnTo>
                  <a:pt x="179435" y="1598931"/>
                </a:lnTo>
                <a:lnTo>
                  <a:pt x="178798" y="1593851"/>
                </a:lnTo>
                <a:lnTo>
                  <a:pt x="178162" y="1589406"/>
                </a:lnTo>
                <a:lnTo>
                  <a:pt x="177525" y="1585596"/>
                </a:lnTo>
                <a:lnTo>
                  <a:pt x="176252" y="1582421"/>
                </a:lnTo>
                <a:lnTo>
                  <a:pt x="174980" y="1579881"/>
                </a:lnTo>
                <a:lnTo>
                  <a:pt x="173707" y="1577341"/>
                </a:lnTo>
                <a:lnTo>
                  <a:pt x="172434" y="1575753"/>
                </a:lnTo>
                <a:lnTo>
                  <a:pt x="170206" y="1572578"/>
                </a:lnTo>
                <a:lnTo>
                  <a:pt x="167660" y="1569721"/>
                </a:lnTo>
                <a:lnTo>
                  <a:pt x="165433" y="1566228"/>
                </a:lnTo>
                <a:lnTo>
                  <a:pt x="163842" y="1562418"/>
                </a:lnTo>
                <a:lnTo>
                  <a:pt x="161932" y="1557973"/>
                </a:lnTo>
                <a:lnTo>
                  <a:pt x="160659" y="1552893"/>
                </a:lnTo>
                <a:lnTo>
                  <a:pt x="159705" y="1546543"/>
                </a:lnTo>
                <a:lnTo>
                  <a:pt x="159068" y="1539558"/>
                </a:lnTo>
                <a:lnTo>
                  <a:pt x="158750" y="1531621"/>
                </a:lnTo>
                <a:lnTo>
                  <a:pt x="159068" y="1527176"/>
                </a:lnTo>
                <a:lnTo>
                  <a:pt x="159386" y="1523683"/>
                </a:lnTo>
                <a:lnTo>
                  <a:pt x="160023" y="1520191"/>
                </a:lnTo>
                <a:lnTo>
                  <a:pt x="160978" y="1517651"/>
                </a:lnTo>
                <a:lnTo>
                  <a:pt x="162569" y="1514793"/>
                </a:lnTo>
                <a:lnTo>
                  <a:pt x="163842" y="1512888"/>
                </a:lnTo>
                <a:lnTo>
                  <a:pt x="165114" y="1511301"/>
                </a:lnTo>
                <a:lnTo>
                  <a:pt x="166387" y="1509713"/>
                </a:lnTo>
                <a:lnTo>
                  <a:pt x="169251" y="1507491"/>
                </a:lnTo>
                <a:lnTo>
                  <a:pt x="171797" y="1506221"/>
                </a:lnTo>
                <a:lnTo>
                  <a:pt x="173388" y="1505586"/>
                </a:lnTo>
                <a:lnTo>
                  <a:pt x="174025" y="1505586"/>
                </a:lnTo>
                <a:lnTo>
                  <a:pt x="172752" y="1496378"/>
                </a:lnTo>
                <a:lnTo>
                  <a:pt x="172116" y="1487488"/>
                </a:lnTo>
                <a:lnTo>
                  <a:pt x="171797" y="1479233"/>
                </a:lnTo>
                <a:lnTo>
                  <a:pt x="172434" y="1471296"/>
                </a:lnTo>
                <a:lnTo>
                  <a:pt x="173388" y="1463676"/>
                </a:lnTo>
                <a:lnTo>
                  <a:pt x="174661" y="1456373"/>
                </a:lnTo>
                <a:lnTo>
                  <a:pt x="176889" y="1449388"/>
                </a:lnTo>
                <a:lnTo>
                  <a:pt x="179435" y="1443038"/>
                </a:lnTo>
                <a:lnTo>
                  <a:pt x="182299" y="1437006"/>
                </a:lnTo>
                <a:lnTo>
                  <a:pt x="185481" y="1431608"/>
                </a:lnTo>
                <a:lnTo>
                  <a:pt x="189300" y="1426211"/>
                </a:lnTo>
                <a:lnTo>
                  <a:pt x="193119" y="1421131"/>
                </a:lnTo>
                <a:lnTo>
                  <a:pt x="197574" y="1416051"/>
                </a:lnTo>
                <a:lnTo>
                  <a:pt x="202029" y="1411606"/>
                </a:lnTo>
                <a:lnTo>
                  <a:pt x="206802" y="1407796"/>
                </a:lnTo>
                <a:lnTo>
                  <a:pt x="211894" y="1403986"/>
                </a:lnTo>
                <a:lnTo>
                  <a:pt x="216986" y="1400493"/>
                </a:lnTo>
                <a:lnTo>
                  <a:pt x="222396" y="1397001"/>
                </a:lnTo>
                <a:lnTo>
                  <a:pt x="228124" y="1394461"/>
                </a:lnTo>
                <a:lnTo>
                  <a:pt x="233852" y="1391603"/>
                </a:lnTo>
                <a:lnTo>
                  <a:pt x="239262" y="1389063"/>
                </a:lnTo>
                <a:lnTo>
                  <a:pt x="244990" y="1387158"/>
                </a:lnTo>
                <a:lnTo>
                  <a:pt x="250718" y="1384936"/>
                </a:lnTo>
                <a:lnTo>
                  <a:pt x="256446" y="1383348"/>
                </a:lnTo>
                <a:lnTo>
                  <a:pt x="267584" y="1380491"/>
                </a:lnTo>
                <a:lnTo>
                  <a:pt x="278085" y="1378268"/>
                </a:lnTo>
                <a:lnTo>
                  <a:pt x="288269" y="1376998"/>
                </a:lnTo>
                <a:lnTo>
                  <a:pt x="297497" y="1376363"/>
                </a:lnTo>
                <a:close/>
                <a:moveTo>
                  <a:pt x="1006793" y="977900"/>
                </a:moveTo>
                <a:lnTo>
                  <a:pt x="1009651" y="977900"/>
                </a:lnTo>
                <a:lnTo>
                  <a:pt x="1012508" y="977900"/>
                </a:lnTo>
                <a:lnTo>
                  <a:pt x="1015683" y="978536"/>
                </a:lnTo>
                <a:lnTo>
                  <a:pt x="1018541" y="979173"/>
                </a:lnTo>
                <a:lnTo>
                  <a:pt x="1021398" y="980445"/>
                </a:lnTo>
                <a:lnTo>
                  <a:pt x="1023938" y="981718"/>
                </a:lnTo>
                <a:lnTo>
                  <a:pt x="1026478" y="982990"/>
                </a:lnTo>
                <a:lnTo>
                  <a:pt x="1028701" y="984581"/>
                </a:lnTo>
                <a:lnTo>
                  <a:pt x="1030923" y="986807"/>
                </a:lnTo>
                <a:lnTo>
                  <a:pt x="1032828" y="989034"/>
                </a:lnTo>
                <a:lnTo>
                  <a:pt x="1034733" y="991261"/>
                </a:lnTo>
                <a:lnTo>
                  <a:pt x="1036003" y="993806"/>
                </a:lnTo>
                <a:lnTo>
                  <a:pt x="1037273" y="996351"/>
                </a:lnTo>
                <a:lnTo>
                  <a:pt x="1038226" y="998896"/>
                </a:lnTo>
                <a:lnTo>
                  <a:pt x="1039178" y="1002077"/>
                </a:lnTo>
                <a:lnTo>
                  <a:pt x="1039496" y="1004940"/>
                </a:lnTo>
                <a:lnTo>
                  <a:pt x="1039813" y="1008121"/>
                </a:lnTo>
                <a:lnTo>
                  <a:pt x="1039813" y="1276292"/>
                </a:lnTo>
                <a:lnTo>
                  <a:pt x="1039496" y="1279473"/>
                </a:lnTo>
                <a:lnTo>
                  <a:pt x="1039178" y="1282336"/>
                </a:lnTo>
                <a:lnTo>
                  <a:pt x="1038226" y="1285199"/>
                </a:lnTo>
                <a:lnTo>
                  <a:pt x="1037273" y="1288062"/>
                </a:lnTo>
                <a:lnTo>
                  <a:pt x="1036003" y="1290925"/>
                </a:lnTo>
                <a:lnTo>
                  <a:pt x="1034733" y="1293152"/>
                </a:lnTo>
                <a:lnTo>
                  <a:pt x="1032828" y="1295379"/>
                </a:lnTo>
                <a:lnTo>
                  <a:pt x="1030923" y="1297606"/>
                </a:lnTo>
                <a:lnTo>
                  <a:pt x="1028701" y="1299515"/>
                </a:lnTo>
                <a:lnTo>
                  <a:pt x="1026478" y="1301105"/>
                </a:lnTo>
                <a:lnTo>
                  <a:pt x="1023938" y="1303014"/>
                </a:lnTo>
                <a:lnTo>
                  <a:pt x="1021398" y="1304286"/>
                </a:lnTo>
                <a:lnTo>
                  <a:pt x="1018541" y="1305241"/>
                </a:lnTo>
                <a:lnTo>
                  <a:pt x="1015683" y="1305877"/>
                </a:lnTo>
                <a:lnTo>
                  <a:pt x="1012508" y="1306195"/>
                </a:lnTo>
                <a:lnTo>
                  <a:pt x="1009651" y="1306513"/>
                </a:lnTo>
                <a:lnTo>
                  <a:pt x="1006793" y="1306195"/>
                </a:lnTo>
                <a:lnTo>
                  <a:pt x="1003618" y="1305877"/>
                </a:lnTo>
                <a:lnTo>
                  <a:pt x="1000761" y="1305241"/>
                </a:lnTo>
                <a:lnTo>
                  <a:pt x="997903" y="1304286"/>
                </a:lnTo>
                <a:lnTo>
                  <a:pt x="995363" y="1303014"/>
                </a:lnTo>
                <a:lnTo>
                  <a:pt x="992506" y="1301105"/>
                </a:lnTo>
                <a:lnTo>
                  <a:pt x="990601" y="1299515"/>
                </a:lnTo>
                <a:lnTo>
                  <a:pt x="988378" y="1297606"/>
                </a:lnTo>
                <a:lnTo>
                  <a:pt x="986156" y="1295379"/>
                </a:lnTo>
                <a:lnTo>
                  <a:pt x="984568" y="1293152"/>
                </a:lnTo>
                <a:lnTo>
                  <a:pt x="983298" y="1290925"/>
                </a:lnTo>
                <a:lnTo>
                  <a:pt x="982028" y="1288062"/>
                </a:lnTo>
                <a:lnTo>
                  <a:pt x="981076" y="1285199"/>
                </a:lnTo>
                <a:lnTo>
                  <a:pt x="979806" y="1282336"/>
                </a:lnTo>
                <a:lnTo>
                  <a:pt x="979488" y="1279473"/>
                </a:lnTo>
                <a:lnTo>
                  <a:pt x="979488" y="1276292"/>
                </a:lnTo>
                <a:lnTo>
                  <a:pt x="979488" y="1008121"/>
                </a:lnTo>
                <a:lnTo>
                  <a:pt x="979488" y="1004940"/>
                </a:lnTo>
                <a:lnTo>
                  <a:pt x="979806" y="1002077"/>
                </a:lnTo>
                <a:lnTo>
                  <a:pt x="981076" y="998896"/>
                </a:lnTo>
                <a:lnTo>
                  <a:pt x="982028" y="996351"/>
                </a:lnTo>
                <a:lnTo>
                  <a:pt x="983298" y="993806"/>
                </a:lnTo>
                <a:lnTo>
                  <a:pt x="984568" y="991261"/>
                </a:lnTo>
                <a:lnTo>
                  <a:pt x="986156" y="989034"/>
                </a:lnTo>
                <a:lnTo>
                  <a:pt x="988378" y="986807"/>
                </a:lnTo>
                <a:lnTo>
                  <a:pt x="990601" y="984581"/>
                </a:lnTo>
                <a:lnTo>
                  <a:pt x="992506" y="982990"/>
                </a:lnTo>
                <a:lnTo>
                  <a:pt x="995363" y="981718"/>
                </a:lnTo>
                <a:lnTo>
                  <a:pt x="997903" y="980445"/>
                </a:lnTo>
                <a:lnTo>
                  <a:pt x="1000761" y="979173"/>
                </a:lnTo>
                <a:lnTo>
                  <a:pt x="1003618" y="978536"/>
                </a:lnTo>
                <a:lnTo>
                  <a:pt x="1006793" y="977900"/>
                </a:lnTo>
                <a:close/>
                <a:moveTo>
                  <a:pt x="1223947" y="968375"/>
                </a:moveTo>
                <a:lnTo>
                  <a:pt x="1227121" y="968375"/>
                </a:lnTo>
                <a:lnTo>
                  <a:pt x="1229976" y="968375"/>
                </a:lnTo>
                <a:lnTo>
                  <a:pt x="1233150" y="968693"/>
                </a:lnTo>
                <a:lnTo>
                  <a:pt x="1236006" y="969646"/>
                </a:lnTo>
                <a:lnTo>
                  <a:pt x="1238861" y="970599"/>
                </a:lnTo>
                <a:lnTo>
                  <a:pt x="1241400" y="971870"/>
                </a:lnTo>
                <a:lnTo>
                  <a:pt x="1243939" y="973141"/>
                </a:lnTo>
                <a:lnTo>
                  <a:pt x="1246477" y="975048"/>
                </a:lnTo>
                <a:lnTo>
                  <a:pt x="1248381" y="976955"/>
                </a:lnTo>
                <a:lnTo>
                  <a:pt x="1250285" y="978862"/>
                </a:lnTo>
                <a:lnTo>
                  <a:pt x="1252189" y="981404"/>
                </a:lnTo>
                <a:lnTo>
                  <a:pt x="1253776" y="983946"/>
                </a:lnTo>
                <a:lnTo>
                  <a:pt x="1254727" y="986488"/>
                </a:lnTo>
                <a:lnTo>
                  <a:pt x="1255679" y="989348"/>
                </a:lnTo>
                <a:lnTo>
                  <a:pt x="1256631" y="992208"/>
                </a:lnTo>
                <a:lnTo>
                  <a:pt x="1256949" y="995386"/>
                </a:lnTo>
                <a:lnTo>
                  <a:pt x="1256949" y="998246"/>
                </a:lnTo>
                <a:lnTo>
                  <a:pt x="1256949" y="1068473"/>
                </a:lnTo>
                <a:lnTo>
                  <a:pt x="1257583" y="1072604"/>
                </a:lnTo>
                <a:lnTo>
                  <a:pt x="1258535" y="1076417"/>
                </a:lnTo>
                <a:lnTo>
                  <a:pt x="1259805" y="1080549"/>
                </a:lnTo>
                <a:lnTo>
                  <a:pt x="1261709" y="1084362"/>
                </a:lnTo>
                <a:lnTo>
                  <a:pt x="1264247" y="1087539"/>
                </a:lnTo>
                <a:lnTo>
                  <a:pt x="1266786" y="1091035"/>
                </a:lnTo>
                <a:lnTo>
                  <a:pt x="1269959" y="1093895"/>
                </a:lnTo>
                <a:lnTo>
                  <a:pt x="1273767" y="1097073"/>
                </a:lnTo>
                <a:lnTo>
                  <a:pt x="1277575" y="1099615"/>
                </a:lnTo>
                <a:lnTo>
                  <a:pt x="1281700" y="1101839"/>
                </a:lnTo>
                <a:lnTo>
                  <a:pt x="1286460" y="1104064"/>
                </a:lnTo>
                <a:lnTo>
                  <a:pt x="1291219" y="1105652"/>
                </a:lnTo>
                <a:lnTo>
                  <a:pt x="1296297" y="1106924"/>
                </a:lnTo>
                <a:lnTo>
                  <a:pt x="1301374" y="1107877"/>
                </a:lnTo>
                <a:lnTo>
                  <a:pt x="1306768" y="1108512"/>
                </a:lnTo>
                <a:lnTo>
                  <a:pt x="1312480" y="1108512"/>
                </a:lnTo>
                <a:lnTo>
                  <a:pt x="1643763" y="1108512"/>
                </a:lnTo>
                <a:lnTo>
                  <a:pt x="1649157" y="1108830"/>
                </a:lnTo>
                <a:lnTo>
                  <a:pt x="1655186" y="1109148"/>
                </a:lnTo>
                <a:lnTo>
                  <a:pt x="1660898" y="1110101"/>
                </a:lnTo>
                <a:lnTo>
                  <a:pt x="1666610" y="1111055"/>
                </a:lnTo>
                <a:lnTo>
                  <a:pt x="1672322" y="1112326"/>
                </a:lnTo>
                <a:lnTo>
                  <a:pt x="1677716" y="1113915"/>
                </a:lnTo>
                <a:lnTo>
                  <a:pt x="1683110" y="1115503"/>
                </a:lnTo>
                <a:lnTo>
                  <a:pt x="1688188" y="1118046"/>
                </a:lnTo>
                <a:lnTo>
                  <a:pt x="1693265" y="1120270"/>
                </a:lnTo>
                <a:lnTo>
                  <a:pt x="1698342" y="1122812"/>
                </a:lnTo>
                <a:lnTo>
                  <a:pt x="1703419" y="1125672"/>
                </a:lnTo>
                <a:lnTo>
                  <a:pt x="1708179" y="1128532"/>
                </a:lnTo>
                <a:lnTo>
                  <a:pt x="1712304" y="1131710"/>
                </a:lnTo>
                <a:lnTo>
                  <a:pt x="1717064" y="1135523"/>
                </a:lnTo>
                <a:lnTo>
                  <a:pt x="1721189" y="1138701"/>
                </a:lnTo>
                <a:lnTo>
                  <a:pt x="1724997" y="1142832"/>
                </a:lnTo>
                <a:lnTo>
                  <a:pt x="1729122" y="1146645"/>
                </a:lnTo>
                <a:lnTo>
                  <a:pt x="1732295" y="1150776"/>
                </a:lnTo>
                <a:lnTo>
                  <a:pt x="1736103" y="1155225"/>
                </a:lnTo>
                <a:lnTo>
                  <a:pt x="1738959" y="1159674"/>
                </a:lnTo>
                <a:lnTo>
                  <a:pt x="1742132" y="1164440"/>
                </a:lnTo>
                <a:lnTo>
                  <a:pt x="1744988" y="1169525"/>
                </a:lnTo>
                <a:lnTo>
                  <a:pt x="1747527" y="1174291"/>
                </a:lnTo>
                <a:lnTo>
                  <a:pt x="1749748" y="1179375"/>
                </a:lnTo>
                <a:lnTo>
                  <a:pt x="1751969" y="1184460"/>
                </a:lnTo>
                <a:lnTo>
                  <a:pt x="1753873" y="1189862"/>
                </a:lnTo>
                <a:lnTo>
                  <a:pt x="1755460" y="1195582"/>
                </a:lnTo>
                <a:lnTo>
                  <a:pt x="1756729" y="1201302"/>
                </a:lnTo>
                <a:lnTo>
                  <a:pt x="1757681" y="1207022"/>
                </a:lnTo>
                <a:lnTo>
                  <a:pt x="1758316" y="1212741"/>
                </a:lnTo>
                <a:lnTo>
                  <a:pt x="1758633" y="1218144"/>
                </a:lnTo>
                <a:lnTo>
                  <a:pt x="1758950" y="1224181"/>
                </a:lnTo>
                <a:lnTo>
                  <a:pt x="1758950" y="1309980"/>
                </a:lnTo>
                <a:lnTo>
                  <a:pt x="1758633" y="1312840"/>
                </a:lnTo>
                <a:lnTo>
                  <a:pt x="1758316" y="1316017"/>
                </a:lnTo>
                <a:lnTo>
                  <a:pt x="1757681" y="1318877"/>
                </a:lnTo>
                <a:lnTo>
                  <a:pt x="1756412" y="1321419"/>
                </a:lnTo>
                <a:lnTo>
                  <a:pt x="1755460" y="1324279"/>
                </a:lnTo>
                <a:lnTo>
                  <a:pt x="1753873" y="1326504"/>
                </a:lnTo>
                <a:lnTo>
                  <a:pt x="1751969" y="1329046"/>
                </a:lnTo>
                <a:lnTo>
                  <a:pt x="1750065" y="1331270"/>
                </a:lnTo>
                <a:lnTo>
                  <a:pt x="1748161" y="1332859"/>
                </a:lnTo>
                <a:lnTo>
                  <a:pt x="1745623" y="1334766"/>
                </a:lnTo>
                <a:lnTo>
                  <a:pt x="1743084" y="1336355"/>
                </a:lnTo>
                <a:lnTo>
                  <a:pt x="1740546" y="1337626"/>
                </a:lnTo>
                <a:lnTo>
                  <a:pt x="1737690" y="1338579"/>
                </a:lnTo>
                <a:lnTo>
                  <a:pt x="1734834" y="1339215"/>
                </a:lnTo>
                <a:lnTo>
                  <a:pt x="1731978" y="1339532"/>
                </a:lnTo>
                <a:lnTo>
                  <a:pt x="1728805" y="1339850"/>
                </a:lnTo>
                <a:lnTo>
                  <a:pt x="1725631" y="1339532"/>
                </a:lnTo>
                <a:lnTo>
                  <a:pt x="1722776" y="1339215"/>
                </a:lnTo>
                <a:lnTo>
                  <a:pt x="1719920" y="1338579"/>
                </a:lnTo>
                <a:lnTo>
                  <a:pt x="1717064" y="1337626"/>
                </a:lnTo>
                <a:lnTo>
                  <a:pt x="1714525" y="1336355"/>
                </a:lnTo>
                <a:lnTo>
                  <a:pt x="1711987" y="1334766"/>
                </a:lnTo>
                <a:lnTo>
                  <a:pt x="1709765" y="1332859"/>
                </a:lnTo>
                <a:lnTo>
                  <a:pt x="1707544" y="1331270"/>
                </a:lnTo>
                <a:lnTo>
                  <a:pt x="1705640" y="1329046"/>
                </a:lnTo>
                <a:lnTo>
                  <a:pt x="1704054" y="1326504"/>
                </a:lnTo>
                <a:lnTo>
                  <a:pt x="1702467" y="1324279"/>
                </a:lnTo>
                <a:lnTo>
                  <a:pt x="1700880" y="1321419"/>
                </a:lnTo>
                <a:lnTo>
                  <a:pt x="1699928" y="1318877"/>
                </a:lnTo>
                <a:lnTo>
                  <a:pt x="1699294" y="1316017"/>
                </a:lnTo>
                <a:lnTo>
                  <a:pt x="1698977" y="1312840"/>
                </a:lnTo>
                <a:lnTo>
                  <a:pt x="1698659" y="1309980"/>
                </a:lnTo>
                <a:lnTo>
                  <a:pt x="1698659" y="1224181"/>
                </a:lnTo>
                <a:lnTo>
                  <a:pt x="1698342" y="1218461"/>
                </a:lnTo>
                <a:lnTo>
                  <a:pt x="1697707" y="1213377"/>
                </a:lnTo>
                <a:lnTo>
                  <a:pt x="1696438" y="1207975"/>
                </a:lnTo>
                <a:lnTo>
                  <a:pt x="1694217" y="1202891"/>
                </a:lnTo>
                <a:lnTo>
                  <a:pt x="1691995" y="1197806"/>
                </a:lnTo>
                <a:lnTo>
                  <a:pt x="1689457" y="1193675"/>
                </a:lnTo>
                <a:lnTo>
                  <a:pt x="1685966" y="1189226"/>
                </a:lnTo>
                <a:lnTo>
                  <a:pt x="1682793" y="1185095"/>
                </a:lnTo>
                <a:lnTo>
                  <a:pt x="1678668" y="1181918"/>
                </a:lnTo>
                <a:lnTo>
                  <a:pt x="1674226" y="1178422"/>
                </a:lnTo>
                <a:lnTo>
                  <a:pt x="1670100" y="1175880"/>
                </a:lnTo>
                <a:lnTo>
                  <a:pt x="1665023" y="1173338"/>
                </a:lnTo>
                <a:lnTo>
                  <a:pt x="1659946" y="1171431"/>
                </a:lnTo>
                <a:lnTo>
                  <a:pt x="1654552" y="1170160"/>
                </a:lnTo>
                <a:lnTo>
                  <a:pt x="1649157" y="1169525"/>
                </a:lnTo>
                <a:lnTo>
                  <a:pt x="1643763" y="1169207"/>
                </a:lnTo>
                <a:lnTo>
                  <a:pt x="1312480" y="1169207"/>
                </a:lnTo>
                <a:lnTo>
                  <a:pt x="1306451" y="1169207"/>
                </a:lnTo>
                <a:lnTo>
                  <a:pt x="1300739" y="1168571"/>
                </a:lnTo>
                <a:lnTo>
                  <a:pt x="1294710" y="1167936"/>
                </a:lnTo>
                <a:lnTo>
                  <a:pt x="1288998" y="1166982"/>
                </a:lnTo>
                <a:lnTo>
                  <a:pt x="1283604" y="1165711"/>
                </a:lnTo>
                <a:lnTo>
                  <a:pt x="1278209" y="1164440"/>
                </a:lnTo>
                <a:lnTo>
                  <a:pt x="1272815" y="1163169"/>
                </a:lnTo>
                <a:lnTo>
                  <a:pt x="1267420" y="1161262"/>
                </a:lnTo>
                <a:lnTo>
                  <a:pt x="1262343" y="1159038"/>
                </a:lnTo>
                <a:lnTo>
                  <a:pt x="1257583" y="1157131"/>
                </a:lnTo>
                <a:lnTo>
                  <a:pt x="1252824" y="1154272"/>
                </a:lnTo>
                <a:lnTo>
                  <a:pt x="1248064" y="1152047"/>
                </a:lnTo>
                <a:lnTo>
                  <a:pt x="1243304" y="1149187"/>
                </a:lnTo>
                <a:lnTo>
                  <a:pt x="1239179" y="1146009"/>
                </a:lnTo>
                <a:lnTo>
                  <a:pt x="1234736" y="1143150"/>
                </a:lnTo>
                <a:lnTo>
                  <a:pt x="1230611" y="1139654"/>
                </a:lnTo>
                <a:lnTo>
                  <a:pt x="1227121" y="1136159"/>
                </a:lnTo>
                <a:lnTo>
                  <a:pt x="1223313" y="1132345"/>
                </a:lnTo>
                <a:lnTo>
                  <a:pt x="1220140" y="1128532"/>
                </a:lnTo>
                <a:lnTo>
                  <a:pt x="1216649" y="1124719"/>
                </a:lnTo>
                <a:lnTo>
                  <a:pt x="1213793" y="1120588"/>
                </a:lnTo>
                <a:lnTo>
                  <a:pt x="1210937" y="1116457"/>
                </a:lnTo>
                <a:lnTo>
                  <a:pt x="1208399" y="1112008"/>
                </a:lnTo>
                <a:lnTo>
                  <a:pt x="1206177" y="1107559"/>
                </a:lnTo>
                <a:lnTo>
                  <a:pt x="1203956" y="1103428"/>
                </a:lnTo>
                <a:lnTo>
                  <a:pt x="1202052" y="1098661"/>
                </a:lnTo>
                <a:lnTo>
                  <a:pt x="1200783" y="1093577"/>
                </a:lnTo>
                <a:lnTo>
                  <a:pt x="1199196" y="1088811"/>
                </a:lnTo>
                <a:lnTo>
                  <a:pt x="1198244" y="1084044"/>
                </a:lnTo>
                <a:lnTo>
                  <a:pt x="1197610" y="1078960"/>
                </a:lnTo>
                <a:lnTo>
                  <a:pt x="1196975" y="1073875"/>
                </a:lnTo>
                <a:lnTo>
                  <a:pt x="1196975" y="1068473"/>
                </a:lnTo>
                <a:lnTo>
                  <a:pt x="1196975" y="998246"/>
                </a:lnTo>
                <a:lnTo>
                  <a:pt x="1196975" y="995386"/>
                </a:lnTo>
                <a:lnTo>
                  <a:pt x="1197610" y="992208"/>
                </a:lnTo>
                <a:lnTo>
                  <a:pt x="1198244" y="989348"/>
                </a:lnTo>
                <a:lnTo>
                  <a:pt x="1199196" y="986488"/>
                </a:lnTo>
                <a:lnTo>
                  <a:pt x="1200783" y="983946"/>
                </a:lnTo>
                <a:lnTo>
                  <a:pt x="1202052" y="981404"/>
                </a:lnTo>
                <a:lnTo>
                  <a:pt x="1203956" y="978862"/>
                </a:lnTo>
                <a:lnTo>
                  <a:pt x="1205543" y="976955"/>
                </a:lnTo>
                <a:lnTo>
                  <a:pt x="1208081" y="975048"/>
                </a:lnTo>
                <a:lnTo>
                  <a:pt x="1210303" y="973141"/>
                </a:lnTo>
                <a:lnTo>
                  <a:pt x="1212841" y="971870"/>
                </a:lnTo>
                <a:lnTo>
                  <a:pt x="1215380" y="970599"/>
                </a:lnTo>
                <a:lnTo>
                  <a:pt x="1217918" y="969646"/>
                </a:lnTo>
                <a:lnTo>
                  <a:pt x="1221092" y="968693"/>
                </a:lnTo>
                <a:lnTo>
                  <a:pt x="1223947" y="968375"/>
                </a:lnTo>
                <a:close/>
                <a:moveTo>
                  <a:pt x="792181" y="968375"/>
                </a:moveTo>
                <a:lnTo>
                  <a:pt x="795354" y="968375"/>
                </a:lnTo>
                <a:lnTo>
                  <a:pt x="798528" y="968375"/>
                </a:lnTo>
                <a:lnTo>
                  <a:pt x="801701" y="968693"/>
                </a:lnTo>
                <a:lnTo>
                  <a:pt x="804239" y="969646"/>
                </a:lnTo>
                <a:lnTo>
                  <a:pt x="807413" y="970599"/>
                </a:lnTo>
                <a:lnTo>
                  <a:pt x="809634" y="971870"/>
                </a:lnTo>
                <a:lnTo>
                  <a:pt x="812172" y="973141"/>
                </a:lnTo>
                <a:lnTo>
                  <a:pt x="814711" y="975048"/>
                </a:lnTo>
                <a:lnTo>
                  <a:pt x="816615" y="976955"/>
                </a:lnTo>
                <a:lnTo>
                  <a:pt x="818519" y="978862"/>
                </a:lnTo>
                <a:lnTo>
                  <a:pt x="820423" y="981404"/>
                </a:lnTo>
                <a:lnTo>
                  <a:pt x="822009" y="983946"/>
                </a:lnTo>
                <a:lnTo>
                  <a:pt x="822961" y="986488"/>
                </a:lnTo>
                <a:lnTo>
                  <a:pt x="824231" y="989348"/>
                </a:lnTo>
                <a:lnTo>
                  <a:pt x="824865" y="992208"/>
                </a:lnTo>
                <a:lnTo>
                  <a:pt x="825183" y="995386"/>
                </a:lnTo>
                <a:lnTo>
                  <a:pt x="825500" y="998246"/>
                </a:lnTo>
                <a:lnTo>
                  <a:pt x="825500" y="1083408"/>
                </a:lnTo>
                <a:lnTo>
                  <a:pt x="825183" y="1089446"/>
                </a:lnTo>
                <a:lnTo>
                  <a:pt x="824865" y="1095484"/>
                </a:lnTo>
                <a:lnTo>
                  <a:pt x="824231" y="1101204"/>
                </a:lnTo>
                <a:lnTo>
                  <a:pt x="823279" y="1106924"/>
                </a:lnTo>
                <a:lnTo>
                  <a:pt x="822009" y="1112643"/>
                </a:lnTo>
                <a:lnTo>
                  <a:pt x="820423" y="1118046"/>
                </a:lnTo>
                <a:lnTo>
                  <a:pt x="818519" y="1123448"/>
                </a:lnTo>
                <a:lnTo>
                  <a:pt x="816298" y="1128532"/>
                </a:lnTo>
                <a:lnTo>
                  <a:pt x="814076" y="1133616"/>
                </a:lnTo>
                <a:lnTo>
                  <a:pt x="811538" y="1138701"/>
                </a:lnTo>
                <a:lnTo>
                  <a:pt x="808682" y="1143467"/>
                </a:lnTo>
                <a:lnTo>
                  <a:pt x="805509" y="1147916"/>
                </a:lnTo>
                <a:lnTo>
                  <a:pt x="802653" y="1152683"/>
                </a:lnTo>
                <a:lnTo>
                  <a:pt x="799162" y="1157131"/>
                </a:lnTo>
                <a:lnTo>
                  <a:pt x="795672" y="1161580"/>
                </a:lnTo>
                <a:lnTo>
                  <a:pt x="791547" y="1165394"/>
                </a:lnTo>
                <a:lnTo>
                  <a:pt x="787739" y="1169207"/>
                </a:lnTo>
                <a:lnTo>
                  <a:pt x="783614" y="1172702"/>
                </a:lnTo>
                <a:lnTo>
                  <a:pt x="779171" y="1176198"/>
                </a:lnTo>
                <a:lnTo>
                  <a:pt x="774729" y="1179375"/>
                </a:lnTo>
                <a:lnTo>
                  <a:pt x="769969" y="1182553"/>
                </a:lnTo>
                <a:lnTo>
                  <a:pt x="764892" y="1185095"/>
                </a:lnTo>
                <a:lnTo>
                  <a:pt x="760132" y="1187955"/>
                </a:lnTo>
                <a:lnTo>
                  <a:pt x="754737" y="1190180"/>
                </a:lnTo>
                <a:lnTo>
                  <a:pt x="749978" y="1192086"/>
                </a:lnTo>
                <a:lnTo>
                  <a:pt x="744583" y="1193993"/>
                </a:lnTo>
                <a:lnTo>
                  <a:pt x="738871" y="1195582"/>
                </a:lnTo>
                <a:lnTo>
                  <a:pt x="733160" y="1196853"/>
                </a:lnTo>
                <a:lnTo>
                  <a:pt x="727448" y="1197806"/>
                </a:lnTo>
                <a:lnTo>
                  <a:pt x="721736" y="1198442"/>
                </a:lnTo>
                <a:lnTo>
                  <a:pt x="716024" y="1199077"/>
                </a:lnTo>
                <a:lnTo>
                  <a:pt x="710312" y="1199077"/>
                </a:lnTo>
                <a:lnTo>
                  <a:pt x="379030" y="1199077"/>
                </a:lnTo>
                <a:lnTo>
                  <a:pt x="373318" y="1199395"/>
                </a:lnTo>
                <a:lnTo>
                  <a:pt x="367923" y="1200348"/>
                </a:lnTo>
                <a:lnTo>
                  <a:pt x="362846" y="1201302"/>
                </a:lnTo>
                <a:lnTo>
                  <a:pt x="357769" y="1202573"/>
                </a:lnTo>
                <a:lnTo>
                  <a:pt x="353009" y="1204162"/>
                </a:lnTo>
                <a:lnTo>
                  <a:pt x="348250" y="1206386"/>
                </a:lnTo>
                <a:lnTo>
                  <a:pt x="344124" y="1208610"/>
                </a:lnTo>
                <a:lnTo>
                  <a:pt x="340316" y="1211153"/>
                </a:lnTo>
                <a:lnTo>
                  <a:pt x="336509" y="1214013"/>
                </a:lnTo>
                <a:lnTo>
                  <a:pt x="333335" y="1217190"/>
                </a:lnTo>
                <a:lnTo>
                  <a:pt x="330797" y="1220686"/>
                </a:lnTo>
                <a:lnTo>
                  <a:pt x="328258" y="1223863"/>
                </a:lnTo>
                <a:lnTo>
                  <a:pt x="326354" y="1227677"/>
                </a:lnTo>
                <a:lnTo>
                  <a:pt x="325085" y="1231490"/>
                </a:lnTo>
                <a:lnTo>
                  <a:pt x="324133" y="1235303"/>
                </a:lnTo>
                <a:lnTo>
                  <a:pt x="324133" y="1239434"/>
                </a:lnTo>
                <a:lnTo>
                  <a:pt x="324133" y="1309980"/>
                </a:lnTo>
                <a:lnTo>
                  <a:pt x="323498" y="1312840"/>
                </a:lnTo>
                <a:lnTo>
                  <a:pt x="323181" y="1316017"/>
                </a:lnTo>
                <a:lnTo>
                  <a:pt x="322547" y="1318877"/>
                </a:lnTo>
                <a:lnTo>
                  <a:pt x="321595" y="1321419"/>
                </a:lnTo>
                <a:lnTo>
                  <a:pt x="320325" y="1324279"/>
                </a:lnTo>
                <a:lnTo>
                  <a:pt x="318739" y="1326504"/>
                </a:lnTo>
                <a:lnTo>
                  <a:pt x="316835" y="1329046"/>
                </a:lnTo>
                <a:lnTo>
                  <a:pt x="314931" y="1331270"/>
                </a:lnTo>
                <a:lnTo>
                  <a:pt x="313027" y="1332859"/>
                </a:lnTo>
                <a:lnTo>
                  <a:pt x="310488" y="1334766"/>
                </a:lnTo>
                <a:lnTo>
                  <a:pt x="307950" y="1336355"/>
                </a:lnTo>
                <a:lnTo>
                  <a:pt x="305411" y="1337626"/>
                </a:lnTo>
                <a:lnTo>
                  <a:pt x="302555" y="1338579"/>
                </a:lnTo>
                <a:lnTo>
                  <a:pt x="300017" y="1339215"/>
                </a:lnTo>
                <a:lnTo>
                  <a:pt x="296844" y="1339532"/>
                </a:lnTo>
                <a:lnTo>
                  <a:pt x="293670" y="1339850"/>
                </a:lnTo>
                <a:lnTo>
                  <a:pt x="290497" y="1339532"/>
                </a:lnTo>
                <a:lnTo>
                  <a:pt x="287641" y="1339215"/>
                </a:lnTo>
                <a:lnTo>
                  <a:pt x="284785" y="1338579"/>
                </a:lnTo>
                <a:lnTo>
                  <a:pt x="281930" y="1337626"/>
                </a:lnTo>
                <a:lnTo>
                  <a:pt x="279391" y="1336355"/>
                </a:lnTo>
                <a:lnTo>
                  <a:pt x="276852" y="1334766"/>
                </a:lnTo>
                <a:lnTo>
                  <a:pt x="274631" y="1332859"/>
                </a:lnTo>
                <a:lnTo>
                  <a:pt x="272727" y="1331270"/>
                </a:lnTo>
                <a:lnTo>
                  <a:pt x="270506" y="1329046"/>
                </a:lnTo>
                <a:lnTo>
                  <a:pt x="268919" y="1326504"/>
                </a:lnTo>
                <a:lnTo>
                  <a:pt x="267333" y="1324279"/>
                </a:lnTo>
                <a:lnTo>
                  <a:pt x="265746" y="1321419"/>
                </a:lnTo>
                <a:lnTo>
                  <a:pt x="264794" y="1318877"/>
                </a:lnTo>
                <a:lnTo>
                  <a:pt x="264160" y="1316017"/>
                </a:lnTo>
                <a:lnTo>
                  <a:pt x="263842" y="1312840"/>
                </a:lnTo>
                <a:lnTo>
                  <a:pt x="263525" y="1309980"/>
                </a:lnTo>
                <a:lnTo>
                  <a:pt x="263525" y="1239434"/>
                </a:lnTo>
                <a:lnTo>
                  <a:pt x="263842" y="1234350"/>
                </a:lnTo>
                <a:lnTo>
                  <a:pt x="264160" y="1229266"/>
                </a:lnTo>
                <a:lnTo>
                  <a:pt x="264794" y="1224181"/>
                </a:lnTo>
                <a:lnTo>
                  <a:pt x="265746" y="1219415"/>
                </a:lnTo>
                <a:lnTo>
                  <a:pt x="267333" y="1214330"/>
                </a:lnTo>
                <a:lnTo>
                  <a:pt x="268919" y="1209564"/>
                </a:lnTo>
                <a:lnTo>
                  <a:pt x="270506" y="1204797"/>
                </a:lnTo>
                <a:lnTo>
                  <a:pt x="272727" y="1200348"/>
                </a:lnTo>
                <a:lnTo>
                  <a:pt x="274948" y="1195900"/>
                </a:lnTo>
                <a:lnTo>
                  <a:pt x="277487" y="1191451"/>
                </a:lnTo>
                <a:lnTo>
                  <a:pt x="280343" y="1187638"/>
                </a:lnTo>
                <a:lnTo>
                  <a:pt x="283199" y="1183189"/>
                </a:lnTo>
                <a:lnTo>
                  <a:pt x="286689" y="1179375"/>
                </a:lnTo>
                <a:lnTo>
                  <a:pt x="289863" y="1175562"/>
                </a:lnTo>
                <a:lnTo>
                  <a:pt x="293670" y="1171749"/>
                </a:lnTo>
                <a:lnTo>
                  <a:pt x="297478" y="1168571"/>
                </a:lnTo>
                <a:lnTo>
                  <a:pt x="301603" y="1165076"/>
                </a:lnTo>
                <a:lnTo>
                  <a:pt x="305729" y="1162216"/>
                </a:lnTo>
                <a:lnTo>
                  <a:pt x="309854" y="1159038"/>
                </a:lnTo>
                <a:lnTo>
                  <a:pt x="314614" y="1156178"/>
                </a:lnTo>
                <a:lnTo>
                  <a:pt x="319373" y="1153318"/>
                </a:lnTo>
                <a:lnTo>
                  <a:pt x="324133" y="1151094"/>
                </a:lnTo>
                <a:lnTo>
                  <a:pt x="328893" y="1149187"/>
                </a:lnTo>
                <a:lnTo>
                  <a:pt x="334287" y="1146963"/>
                </a:lnTo>
                <a:lnTo>
                  <a:pt x="339365" y="1145056"/>
                </a:lnTo>
                <a:lnTo>
                  <a:pt x="344759" y="1143467"/>
                </a:lnTo>
                <a:lnTo>
                  <a:pt x="350471" y="1142196"/>
                </a:lnTo>
                <a:lnTo>
                  <a:pt x="355548" y="1140925"/>
                </a:lnTo>
                <a:lnTo>
                  <a:pt x="361260" y="1139972"/>
                </a:lnTo>
                <a:lnTo>
                  <a:pt x="367289" y="1139336"/>
                </a:lnTo>
                <a:lnTo>
                  <a:pt x="373001" y="1139018"/>
                </a:lnTo>
                <a:lnTo>
                  <a:pt x="379030" y="1139018"/>
                </a:lnTo>
                <a:lnTo>
                  <a:pt x="710312" y="1139018"/>
                </a:lnTo>
                <a:lnTo>
                  <a:pt x="715707" y="1138701"/>
                </a:lnTo>
                <a:lnTo>
                  <a:pt x="721101" y="1138065"/>
                </a:lnTo>
                <a:lnTo>
                  <a:pt x="726496" y="1136476"/>
                </a:lnTo>
                <a:lnTo>
                  <a:pt x="731573" y="1134570"/>
                </a:lnTo>
                <a:lnTo>
                  <a:pt x="736650" y="1132345"/>
                </a:lnTo>
                <a:lnTo>
                  <a:pt x="740775" y="1129803"/>
                </a:lnTo>
                <a:lnTo>
                  <a:pt x="745218" y="1126308"/>
                </a:lnTo>
                <a:lnTo>
                  <a:pt x="749343" y="1122812"/>
                </a:lnTo>
                <a:lnTo>
                  <a:pt x="752833" y="1118999"/>
                </a:lnTo>
                <a:lnTo>
                  <a:pt x="756007" y="1114550"/>
                </a:lnTo>
                <a:lnTo>
                  <a:pt x="758545" y="1110101"/>
                </a:lnTo>
                <a:lnTo>
                  <a:pt x="760766" y="1105335"/>
                </a:lnTo>
                <a:lnTo>
                  <a:pt x="762988" y="1099933"/>
                </a:lnTo>
                <a:lnTo>
                  <a:pt x="764257" y="1094848"/>
                </a:lnTo>
                <a:lnTo>
                  <a:pt x="765209" y="1089128"/>
                </a:lnTo>
                <a:lnTo>
                  <a:pt x="765209" y="1083408"/>
                </a:lnTo>
                <a:lnTo>
                  <a:pt x="765209" y="998246"/>
                </a:lnTo>
                <a:lnTo>
                  <a:pt x="765526" y="995386"/>
                </a:lnTo>
                <a:lnTo>
                  <a:pt x="765844" y="992208"/>
                </a:lnTo>
                <a:lnTo>
                  <a:pt x="766478" y="989348"/>
                </a:lnTo>
                <a:lnTo>
                  <a:pt x="767747" y="986488"/>
                </a:lnTo>
                <a:lnTo>
                  <a:pt x="769017" y="983946"/>
                </a:lnTo>
                <a:lnTo>
                  <a:pt x="770603" y="981404"/>
                </a:lnTo>
                <a:lnTo>
                  <a:pt x="772190" y="978862"/>
                </a:lnTo>
                <a:lnTo>
                  <a:pt x="774094" y="976955"/>
                </a:lnTo>
                <a:lnTo>
                  <a:pt x="776315" y="975048"/>
                </a:lnTo>
                <a:lnTo>
                  <a:pt x="778536" y="973141"/>
                </a:lnTo>
                <a:lnTo>
                  <a:pt x="781392" y="971870"/>
                </a:lnTo>
                <a:lnTo>
                  <a:pt x="783614" y="970599"/>
                </a:lnTo>
                <a:lnTo>
                  <a:pt x="786469" y="969646"/>
                </a:lnTo>
                <a:lnTo>
                  <a:pt x="789325" y="968693"/>
                </a:lnTo>
                <a:lnTo>
                  <a:pt x="792181" y="968375"/>
                </a:lnTo>
                <a:close/>
                <a:moveTo>
                  <a:pt x="854248" y="475049"/>
                </a:moveTo>
                <a:lnTo>
                  <a:pt x="968334" y="729382"/>
                </a:lnTo>
                <a:lnTo>
                  <a:pt x="999072" y="623496"/>
                </a:lnTo>
                <a:lnTo>
                  <a:pt x="996361" y="622927"/>
                </a:lnTo>
                <a:lnTo>
                  <a:pt x="990612" y="621333"/>
                </a:lnTo>
                <a:lnTo>
                  <a:pt x="985184" y="619103"/>
                </a:lnTo>
                <a:lnTo>
                  <a:pt x="980393" y="616553"/>
                </a:lnTo>
                <a:lnTo>
                  <a:pt x="975603" y="614004"/>
                </a:lnTo>
                <a:lnTo>
                  <a:pt x="971132" y="611136"/>
                </a:lnTo>
                <a:lnTo>
                  <a:pt x="966981" y="607950"/>
                </a:lnTo>
                <a:lnTo>
                  <a:pt x="963468" y="604444"/>
                </a:lnTo>
                <a:lnTo>
                  <a:pt x="959636" y="600620"/>
                </a:lnTo>
                <a:lnTo>
                  <a:pt x="956762" y="597115"/>
                </a:lnTo>
                <a:lnTo>
                  <a:pt x="953568" y="593291"/>
                </a:lnTo>
                <a:lnTo>
                  <a:pt x="951014" y="589467"/>
                </a:lnTo>
                <a:lnTo>
                  <a:pt x="948778" y="585325"/>
                </a:lnTo>
                <a:lnTo>
                  <a:pt x="944308" y="577677"/>
                </a:lnTo>
                <a:lnTo>
                  <a:pt x="940795" y="570029"/>
                </a:lnTo>
                <a:lnTo>
                  <a:pt x="938559" y="563018"/>
                </a:lnTo>
                <a:lnTo>
                  <a:pt x="936643" y="556645"/>
                </a:lnTo>
                <a:lnTo>
                  <a:pt x="935366" y="550909"/>
                </a:lnTo>
                <a:lnTo>
                  <a:pt x="934089" y="546767"/>
                </a:lnTo>
                <a:lnTo>
                  <a:pt x="933450" y="543261"/>
                </a:lnTo>
                <a:lnTo>
                  <a:pt x="937921" y="545492"/>
                </a:lnTo>
                <a:lnTo>
                  <a:pt x="942711" y="547723"/>
                </a:lnTo>
                <a:lnTo>
                  <a:pt x="949098" y="550909"/>
                </a:lnTo>
                <a:lnTo>
                  <a:pt x="957081" y="554096"/>
                </a:lnTo>
                <a:lnTo>
                  <a:pt x="966342" y="557601"/>
                </a:lnTo>
                <a:lnTo>
                  <a:pt x="976880" y="560469"/>
                </a:lnTo>
                <a:lnTo>
                  <a:pt x="982629" y="561744"/>
                </a:lnTo>
                <a:lnTo>
                  <a:pt x="988377" y="563337"/>
                </a:lnTo>
                <a:lnTo>
                  <a:pt x="994445" y="564293"/>
                </a:lnTo>
                <a:lnTo>
                  <a:pt x="1000831" y="565249"/>
                </a:lnTo>
                <a:lnTo>
                  <a:pt x="1007218" y="565886"/>
                </a:lnTo>
                <a:lnTo>
                  <a:pt x="1013924" y="566205"/>
                </a:lnTo>
                <a:lnTo>
                  <a:pt x="1020631" y="566205"/>
                </a:lnTo>
                <a:lnTo>
                  <a:pt x="1027656" y="565886"/>
                </a:lnTo>
                <a:lnTo>
                  <a:pt x="1034682" y="565568"/>
                </a:lnTo>
                <a:lnTo>
                  <a:pt x="1041707" y="564293"/>
                </a:lnTo>
                <a:lnTo>
                  <a:pt x="1048733" y="563018"/>
                </a:lnTo>
                <a:lnTo>
                  <a:pt x="1055758" y="560788"/>
                </a:lnTo>
                <a:lnTo>
                  <a:pt x="1063103" y="558557"/>
                </a:lnTo>
                <a:lnTo>
                  <a:pt x="1070129" y="555371"/>
                </a:lnTo>
                <a:lnTo>
                  <a:pt x="1077474" y="552184"/>
                </a:lnTo>
                <a:lnTo>
                  <a:pt x="1084499" y="548041"/>
                </a:lnTo>
                <a:lnTo>
                  <a:pt x="1091525" y="543580"/>
                </a:lnTo>
                <a:lnTo>
                  <a:pt x="1098550" y="538163"/>
                </a:lnTo>
                <a:lnTo>
                  <a:pt x="1098231" y="541668"/>
                </a:lnTo>
                <a:lnTo>
                  <a:pt x="1097592" y="545811"/>
                </a:lnTo>
                <a:lnTo>
                  <a:pt x="1096315" y="551228"/>
                </a:lnTo>
                <a:lnTo>
                  <a:pt x="1095037" y="557920"/>
                </a:lnTo>
                <a:lnTo>
                  <a:pt x="1092802" y="564930"/>
                </a:lnTo>
                <a:lnTo>
                  <a:pt x="1089928" y="572578"/>
                </a:lnTo>
                <a:lnTo>
                  <a:pt x="1086734" y="580545"/>
                </a:lnTo>
                <a:lnTo>
                  <a:pt x="1084818" y="584687"/>
                </a:lnTo>
                <a:lnTo>
                  <a:pt x="1082264" y="588830"/>
                </a:lnTo>
                <a:lnTo>
                  <a:pt x="1080028" y="592654"/>
                </a:lnTo>
                <a:lnTo>
                  <a:pt x="1077474" y="596478"/>
                </a:lnTo>
                <a:lnTo>
                  <a:pt x="1074280" y="599983"/>
                </a:lnTo>
                <a:lnTo>
                  <a:pt x="1071406" y="603807"/>
                </a:lnTo>
                <a:lnTo>
                  <a:pt x="1067574" y="606994"/>
                </a:lnTo>
                <a:lnTo>
                  <a:pt x="1063742" y="610499"/>
                </a:lnTo>
                <a:lnTo>
                  <a:pt x="1059910" y="613367"/>
                </a:lnTo>
                <a:lnTo>
                  <a:pt x="1055439" y="616235"/>
                </a:lnTo>
                <a:lnTo>
                  <a:pt x="1050968" y="618465"/>
                </a:lnTo>
                <a:lnTo>
                  <a:pt x="1046178" y="621015"/>
                </a:lnTo>
                <a:lnTo>
                  <a:pt x="1043098" y="621918"/>
                </a:lnTo>
                <a:lnTo>
                  <a:pt x="1058953" y="723182"/>
                </a:lnTo>
                <a:lnTo>
                  <a:pt x="1183794" y="477832"/>
                </a:lnTo>
                <a:lnTo>
                  <a:pt x="1184474" y="476886"/>
                </a:lnTo>
                <a:lnTo>
                  <a:pt x="1201924" y="486411"/>
                </a:lnTo>
                <a:lnTo>
                  <a:pt x="1218105" y="495301"/>
                </a:lnTo>
                <a:lnTo>
                  <a:pt x="1234286" y="505143"/>
                </a:lnTo>
                <a:lnTo>
                  <a:pt x="1249515" y="514351"/>
                </a:lnTo>
                <a:lnTo>
                  <a:pt x="1264744" y="524193"/>
                </a:lnTo>
                <a:lnTo>
                  <a:pt x="1279021" y="534036"/>
                </a:lnTo>
                <a:lnTo>
                  <a:pt x="1292664" y="544513"/>
                </a:lnTo>
                <a:lnTo>
                  <a:pt x="1305989" y="554673"/>
                </a:lnTo>
                <a:lnTo>
                  <a:pt x="1318680" y="565468"/>
                </a:lnTo>
                <a:lnTo>
                  <a:pt x="1330736" y="576263"/>
                </a:lnTo>
                <a:lnTo>
                  <a:pt x="1342475" y="587693"/>
                </a:lnTo>
                <a:lnTo>
                  <a:pt x="1353263" y="599123"/>
                </a:lnTo>
                <a:lnTo>
                  <a:pt x="1363733" y="611188"/>
                </a:lnTo>
                <a:lnTo>
                  <a:pt x="1373885" y="623253"/>
                </a:lnTo>
                <a:lnTo>
                  <a:pt x="1383086" y="635953"/>
                </a:lnTo>
                <a:lnTo>
                  <a:pt x="1391970" y="649288"/>
                </a:lnTo>
                <a:lnTo>
                  <a:pt x="1400536" y="662623"/>
                </a:lnTo>
                <a:lnTo>
                  <a:pt x="1408150" y="676593"/>
                </a:lnTo>
                <a:lnTo>
                  <a:pt x="1415130" y="691516"/>
                </a:lnTo>
                <a:lnTo>
                  <a:pt x="1422110" y="706121"/>
                </a:lnTo>
                <a:lnTo>
                  <a:pt x="1428139" y="721678"/>
                </a:lnTo>
                <a:lnTo>
                  <a:pt x="1433849" y="737871"/>
                </a:lnTo>
                <a:lnTo>
                  <a:pt x="1438926" y="754381"/>
                </a:lnTo>
                <a:lnTo>
                  <a:pt x="1443368" y="771526"/>
                </a:lnTo>
                <a:lnTo>
                  <a:pt x="1447492" y="789623"/>
                </a:lnTo>
                <a:lnTo>
                  <a:pt x="1450982" y="808039"/>
                </a:lnTo>
                <a:lnTo>
                  <a:pt x="1453837" y="827406"/>
                </a:lnTo>
                <a:lnTo>
                  <a:pt x="1456058" y="847091"/>
                </a:lnTo>
                <a:lnTo>
                  <a:pt x="1457962" y="867729"/>
                </a:lnTo>
                <a:lnTo>
                  <a:pt x="1459231" y="888684"/>
                </a:lnTo>
                <a:lnTo>
                  <a:pt x="1460183" y="910909"/>
                </a:lnTo>
                <a:lnTo>
                  <a:pt x="1460500" y="933451"/>
                </a:lnTo>
                <a:lnTo>
                  <a:pt x="581025" y="933451"/>
                </a:lnTo>
                <a:lnTo>
                  <a:pt x="581342" y="910274"/>
                </a:lnTo>
                <a:lnTo>
                  <a:pt x="581660" y="887414"/>
                </a:lnTo>
                <a:lnTo>
                  <a:pt x="582929" y="865506"/>
                </a:lnTo>
                <a:lnTo>
                  <a:pt x="584198" y="844234"/>
                </a:lnTo>
                <a:lnTo>
                  <a:pt x="585784" y="823914"/>
                </a:lnTo>
                <a:lnTo>
                  <a:pt x="587688" y="804228"/>
                </a:lnTo>
                <a:lnTo>
                  <a:pt x="590543" y="785178"/>
                </a:lnTo>
                <a:lnTo>
                  <a:pt x="593399" y="767081"/>
                </a:lnTo>
                <a:lnTo>
                  <a:pt x="596889" y="749618"/>
                </a:lnTo>
                <a:lnTo>
                  <a:pt x="600696" y="732791"/>
                </a:lnTo>
                <a:lnTo>
                  <a:pt x="605455" y="716598"/>
                </a:lnTo>
                <a:lnTo>
                  <a:pt x="610531" y="700723"/>
                </a:lnTo>
                <a:lnTo>
                  <a:pt x="616242" y="685801"/>
                </a:lnTo>
                <a:lnTo>
                  <a:pt x="622270" y="670878"/>
                </a:lnTo>
                <a:lnTo>
                  <a:pt x="629250" y="656908"/>
                </a:lnTo>
                <a:lnTo>
                  <a:pt x="636548" y="643573"/>
                </a:lnTo>
                <a:lnTo>
                  <a:pt x="644479" y="630238"/>
                </a:lnTo>
                <a:lnTo>
                  <a:pt x="653363" y="617856"/>
                </a:lnTo>
                <a:lnTo>
                  <a:pt x="662564" y="605473"/>
                </a:lnTo>
                <a:lnTo>
                  <a:pt x="673034" y="594043"/>
                </a:lnTo>
                <a:lnTo>
                  <a:pt x="683504" y="582296"/>
                </a:lnTo>
                <a:lnTo>
                  <a:pt x="695243" y="571183"/>
                </a:lnTo>
                <a:lnTo>
                  <a:pt x="707299" y="560388"/>
                </a:lnTo>
                <a:lnTo>
                  <a:pt x="720624" y="550228"/>
                </a:lnTo>
                <a:lnTo>
                  <a:pt x="734267" y="539751"/>
                </a:lnTo>
                <a:lnTo>
                  <a:pt x="748861" y="530226"/>
                </a:lnTo>
                <a:lnTo>
                  <a:pt x="764408" y="520383"/>
                </a:lnTo>
                <a:lnTo>
                  <a:pt x="780589" y="510858"/>
                </a:lnTo>
                <a:lnTo>
                  <a:pt x="798038" y="501651"/>
                </a:lnTo>
                <a:lnTo>
                  <a:pt x="816123" y="492443"/>
                </a:lnTo>
                <a:lnTo>
                  <a:pt x="835159" y="483236"/>
                </a:lnTo>
                <a:lnTo>
                  <a:pt x="854248" y="475049"/>
                </a:lnTo>
                <a:close/>
                <a:moveTo>
                  <a:pt x="855147" y="474663"/>
                </a:moveTo>
                <a:lnTo>
                  <a:pt x="855153" y="474670"/>
                </a:lnTo>
                <a:lnTo>
                  <a:pt x="855131" y="474670"/>
                </a:lnTo>
                <a:lnTo>
                  <a:pt x="855147" y="474663"/>
                </a:lnTo>
                <a:close/>
                <a:moveTo>
                  <a:pt x="1020763" y="0"/>
                </a:moveTo>
                <a:lnTo>
                  <a:pt x="1027440" y="318"/>
                </a:lnTo>
                <a:lnTo>
                  <a:pt x="1034436" y="1272"/>
                </a:lnTo>
                <a:lnTo>
                  <a:pt x="1041750" y="1908"/>
                </a:lnTo>
                <a:lnTo>
                  <a:pt x="1049064" y="2863"/>
                </a:lnTo>
                <a:lnTo>
                  <a:pt x="1057014" y="4135"/>
                </a:lnTo>
                <a:lnTo>
                  <a:pt x="1065282" y="5726"/>
                </a:lnTo>
                <a:lnTo>
                  <a:pt x="1073231" y="7952"/>
                </a:lnTo>
                <a:lnTo>
                  <a:pt x="1081499" y="10179"/>
                </a:lnTo>
                <a:lnTo>
                  <a:pt x="1089767" y="12406"/>
                </a:lnTo>
                <a:lnTo>
                  <a:pt x="1098671" y="15587"/>
                </a:lnTo>
                <a:lnTo>
                  <a:pt x="1106939" y="18767"/>
                </a:lnTo>
                <a:lnTo>
                  <a:pt x="1115207" y="22585"/>
                </a:lnTo>
                <a:lnTo>
                  <a:pt x="1123474" y="26720"/>
                </a:lnTo>
                <a:lnTo>
                  <a:pt x="1131742" y="30855"/>
                </a:lnTo>
                <a:lnTo>
                  <a:pt x="1139374" y="35626"/>
                </a:lnTo>
                <a:lnTo>
                  <a:pt x="1147006" y="40716"/>
                </a:lnTo>
                <a:lnTo>
                  <a:pt x="1154638" y="46442"/>
                </a:lnTo>
                <a:lnTo>
                  <a:pt x="1161952" y="52167"/>
                </a:lnTo>
                <a:lnTo>
                  <a:pt x="1168629" y="59166"/>
                </a:lnTo>
                <a:lnTo>
                  <a:pt x="1174989" y="65846"/>
                </a:lnTo>
                <a:lnTo>
                  <a:pt x="1181031" y="73480"/>
                </a:lnTo>
                <a:lnTo>
                  <a:pt x="1186119" y="81432"/>
                </a:lnTo>
                <a:lnTo>
                  <a:pt x="1190889" y="89703"/>
                </a:lnTo>
                <a:lnTo>
                  <a:pt x="1195341" y="98927"/>
                </a:lnTo>
                <a:lnTo>
                  <a:pt x="1197249" y="103381"/>
                </a:lnTo>
                <a:lnTo>
                  <a:pt x="1198839" y="108152"/>
                </a:lnTo>
                <a:lnTo>
                  <a:pt x="1200429" y="113242"/>
                </a:lnTo>
                <a:lnTo>
                  <a:pt x="1202019" y="118331"/>
                </a:lnTo>
                <a:lnTo>
                  <a:pt x="1202973" y="123739"/>
                </a:lnTo>
                <a:lnTo>
                  <a:pt x="1203927" y="128828"/>
                </a:lnTo>
                <a:lnTo>
                  <a:pt x="1204881" y="134554"/>
                </a:lnTo>
                <a:lnTo>
                  <a:pt x="1205517" y="140280"/>
                </a:lnTo>
                <a:lnTo>
                  <a:pt x="1205835" y="146005"/>
                </a:lnTo>
                <a:lnTo>
                  <a:pt x="1206153" y="152049"/>
                </a:lnTo>
                <a:lnTo>
                  <a:pt x="1206153" y="158093"/>
                </a:lnTo>
                <a:lnTo>
                  <a:pt x="1206153" y="164455"/>
                </a:lnTo>
                <a:lnTo>
                  <a:pt x="1205517" y="170817"/>
                </a:lnTo>
                <a:lnTo>
                  <a:pt x="1204881" y="177497"/>
                </a:lnTo>
                <a:lnTo>
                  <a:pt x="1204245" y="184177"/>
                </a:lnTo>
                <a:lnTo>
                  <a:pt x="1203291" y="191175"/>
                </a:lnTo>
                <a:lnTo>
                  <a:pt x="1204245" y="191175"/>
                </a:lnTo>
                <a:lnTo>
                  <a:pt x="1206789" y="192129"/>
                </a:lnTo>
                <a:lnTo>
                  <a:pt x="1210286" y="194038"/>
                </a:lnTo>
                <a:lnTo>
                  <a:pt x="1212194" y="195628"/>
                </a:lnTo>
                <a:lnTo>
                  <a:pt x="1214420" y="197219"/>
                </a:lnTo>
                <a:lnTo>
                  <a:pt x="1216328" y="199445"/>
                </a:lnTo>
                <a:lnTo>
                  <a:pt x="1218554" y="202308"/>
                </a:lnTo>
                <a:lnTo>
                  <a:pt x="1220462" y="205171"/>
                </a:lnTo>
                <a:lnTo>
                  <a:pt x="1222052" y="208988"/>
                </a:lnTo>
                <a:lnTo>
                  <a:pt x="1223642" y="212805"/>
                </a:lnTo>
                <a:lnTo>
                  <a:pt x="1224596" y="217895"/>
                </a:lnTo>
                <a:lnTo>
                  <a:pt x="1225232" y="223302"/>
                </a:lnTo>
                <a:lnTo>
                  <a:pt x="1225550" y="229664"/>
                </a:lnTo>
                <a:lnTo>
                  <a:pt x="1225232" y="241752"/>
                </a:lnTo>
                <a:lnTo>
                  <a:pt x="1224278" y="251931"/>
                </a:lnTo>
                <a:lnTo>
                  <a:pt x="1223006" y="261156"/>
                </a:lnTo>
                <a:lnTo>
                  <a:pt x="1221098" y="268790"/>
                </a:lnTo>
                <a:lnTo>
                  <a:pt x="1218236" y="275152"/>
                </a:lnTo>
                <a:lnTo>
                  <a:pt x="1215692" y="280878"/>
                </a:lnTo>
                <a:lnTo>
                  <a:pt x="1212194" y="285967"/>
                </a:lnTo>
                <a:lnTo>
                  <a:pt x="1209015" y="290102"/>
                </a:lnTo>
                <a:lnTo>
                  <a:pt x="1205199" y="294556"/>
                </a:lnTo>
                <a:lnTo>
                  <a:pt x="1203609" y="297737"/>
                </a:lnTo>
                <a:lnTo>
                  <a:pt x="1201701" y="300918"/>
                </a:lnTo>
                <a:lnTo>
                  <a:pt x="1199793" y="305053"/>
                </a:lnTo>
                <a:lnTo>
                  <a:pt x="1198203" y="309506"/>
                </a:lnTo>
                <a:lnTo>
                  <a:pt x="1196931" y="314914"/>
                </a:lnTo>
                <a:lnTo>
                  <a:pt x="1195977" y="321276"/>
                </a:lnTo>
                <a:lnTo>
                  <a:pt x="1195023" y="328592"/>
                </a:lnTo>
                <a:lnTo>
                  <a:pt x="1193433" y="335908"/>
                </a:lnTo>
                <a:lnTo>
                  <a:pt x="1191843" y="343860"/>
                </a:lnTo>
                <a:lnTo>
                  <a:pt x="1189617" y="351495"/>
                </a:lnTo>
                <a:lnTo>
                  <a:pt x="1187391" y="359447"/>
                </a:lnTo>
                <a:lnTo>
                  <a:pt x="1184211" y="367081"/>
                </a:lnTo>
                <a:lnTo>
                  <a:pt x="1181349" y="375352"/>
                </a:lnTo>
                <a:lnTo>
                  <a:pt x="1177851" y="383304"/>
                </a:lnTo>
                <a:lnTo>
                  <a:pt x="1173717" y="391257"/>
                </a:lnTo>
                <a:lnTo>
                  <a:pt x="1169901" y="398891"/>
                </a:lnTo>
                <a:lnTo>
                  <a:pt x="1165449" y="406843"/>
                </a:lnTo>
                <a:lnTo>
                  <a:pt x="1160680" y="414796"/>
                </a:lnTo>
                <a:lnTo>
                  <a:pt x="1155910" y="422430"/>
                </a:lnTo>
                <a:lnTo>
                  <a:pt x="1150504" y="429746"/>
                </a:lnTo>
                <a:lnTo>
                  <a:pt x="1145098" y="437062"/>
                </a:lnTo>
                <a:lnTo>
                  <a:pt x="1139374" y="444378"/>
                </a:lnTo>
                <a:lnTo>
                  <a:pt x="1133332" y="451058"/>
                </a:lnTo>
                <a:lnTo>
                  <a:pt x="1126972" y="457738"/>
                </a:lnTo>
                <a:lnTo>
                  <a:pt x="1120612" y="464100"/>
                </a:lnTo>
                <a:lnTo>
                  <a:pt x="1113935" y="470144"/>
                </a:lnTo>
                <a:lnTo>
                  <a:pt x="1106939" y="475870"/>
                </a:lnTo>
                <a:lnTo>
                  <a:pt x="1099943" y="481596"/>
                </a:lnTo>
                <a:lnTo>
                  <a:pt x="1092947" y="486367"/>
                </a:lnTo>
                <a:lnTo>
                  <a:pt x="1085633" y="490820"/>
                </a:lnTo>
                <a:lnTo>
                  <a:pt x="1078001" y="495274"/>
                </a:lnTo>
                <a:lnTo>
                  <a:pt x="1070052" y="499091"/>
                </a:lnTo>
                <a:lnTo>
                  <a:pt x="1062102" y="501954"/>
                </a:lnTo>
                <a:lnTo>
                  <a:pt x="1054152" y="504816"/>
                </a:lnTo>
                <a:lnTo>
                  <a:pt x="1046202" y="506725"/>
                </a:lnTo>
                <a:lnTo>
                  <a:pt x="1037616" y="508315"/>
                </a:lnTo>
                <a:lnTo>
                  <a:pt x="1029348" y="509270"/>
                </a:lnTo>
                <a:lnTo>
                  <a:pt x="1020763" y="509588"/>
                </a:lnTo>
                <a:lnTo>
                  <a:pt x="1012177" y="509270"/>
                </a:lnTo>
                <a:lnTo>
                  <a:pt x="1003909" y="508315"/>
                </a:lnTo>
                <a:lnTo>
                  <a:pt x="995641" y="506725"/>
                </a:lnTo>
                <a:lnTo>
                  <a:pt x="987691" y="504816"/>
                </a:lnTo>
                <a:lnTo>
                  <a:pt x="979423" y="501954"/>
                </a:lnTo>
                <a:lnTo>
                  <a:pt x="971473" y="499091"/>
                </a:lnTo>
                <a:lnTo>
                  <a:pt x="963842" y="495274"/>
                </a:lnTo>
                <a:lnTo>
                  <a:pt x="956210" y="490820"/>
                </a:lnTo>
                <a:lnTo>
                  <a:pt x="948896" y="486367"/>
                </a:lnTo>
                <a:lnTo>
                  <a:pt x="941264" y="481596"/>
                </a:lnTo>
                <a:lnTo>
                  <a:pt x="934268" y="475870"/>
                </a:lnTo>
                <a:lnTo>
                  <a:pt x="927590" y="470144"/>
                </a:lnTo>
                <a:lnTo>
                  <a:pt x="920913" y="464100"/>
                </a:lnTo>
                <a:lnTo>
                  <a:pt x="914553" y="457738"/>
                </a:lnTo>
                <a:lnTo>
                  <a:pt x="908193" y="451058"/>
                </a:lnTo>
                <a:lnTo>
                  <a:pt x="902151" y="444378"/>
                </a:lnTo>
                <a:lnTo>
                  <a:pt x="896427" y="437062"/>
                </a:lnTo>
                <a:lnTo>
                  <a:pt x="891339" y="429746"/>
                </a:lnTo>
                <a:lnTo>
                  <a:pt x="885933" y="422430"/>
                </a:lnTo>
                <a:lnTo>
                  <a:pt x="880845" y="414796"/>
                </a:lnTo>
                <a:lnTo>
                  <a:pt x="876076" y="406843"/>
                </a:lnTo>
                <a:lnTo>
                  <a:pt x="871942" y="398891"/>
                </a:lnTo>
                <a:lnTo>
                  <a:pt x="867808" y="391257"/>
                </a:lnTo>
                <a:lnTo>
                  <a:pt x="863674" y="383304"/>
                </a:lnTo>
                <a:lnTo>
                  <a:pt x="860494" y="375352"/>
                </a:lnTo>
                <a:lnTo>
                  <a:pt x="856996" y="367081"/>
                </a:lnTo>
                <a:lnTo>
                  <a:pt x="854452" y="359447"/>
                </a:lnTo>
                <a:lnTo>
                  <a:pt x="852226" y="351495"/>
                </a:lnTo>
                <a:lnTo>
                  <a:pt x="849682" y="343860"/>
                </a:lnTo>
                <a:lnTo>
                  <a:pt x="848092" y="335908"/>
                </a:lnTo>
                <a:lnTo>
                  <a:pt x="846820" y="328592"/>
                </a:lnTo>
                <a:lnTo>
                  <a:pt x="845866" y="321276"/>
                </a:lnTo>
                <a:lnTo>
                  <a:pt x="844594" y="314914"/>
                </a:lnTo>
                <a:lnTo>
                  <a:pt x="843322" y="309506"/>
                </a:lnTo>
                <a:lnTo>
                  <a:pt x="841732" y="305053"/>
                </a:lnTo>
                <a:lnTo>
                  <a:pt x="840142" y="300918"/>
                </a:lnTo>
                <a:lnTo>
                  <a:pt x="837916" y="297737"/>
                </a:lnTo>
                <a:lnTo>
                  <a:pt x="836326" y="294556"/>
                </a:lnTo>
                <a:lnTo>
                  <a:pt x="832829" y="290102"/>
                </a:lnTo>
                <a:lnTo>
                  <a:pt x="829013" y="285967"/>
                </a:lnTo>
                <a:lnTo>
                  <a:pt x="826151" y="280878"/>
                </a:lnTo>
                <a:lnTo>
                  <a:pt x="822971" y="275152"/>
                </a:lnTo>
                <a:lnTo>
                  <a:pt x="820745" y="268790"/>
                </a:lnTo>
                <a:lnTo>
                  <a:pt x="818519" y="261156"/>
                </a:lnTo>
                <a:lnTo>
                  <a:pt x="817247" y="251931"/>
                </a:lnTo>
                <a:lnTo>
                  <a:pt x="816293" y="241752"/>
                </a:lnTo>
                <a:lnTo>
                  <a:pt x="815975" y="229664"/>
                </a:lnTo>
                <a:lnTo>
                  <a:pt x="816293" y="223302"/>
                </a:lnTo>
                <a:lnTo>
                  <a:pt x="816929" y="217895"/>
                </a:lnTo>
                <a:lnTo>
                  <a:pt x="817883" y="212805"/>
                </a:lnTo>
                <a:lnTo>
                  <a:pt x="819791" y="208988"/>
                </a:lnTo>
                <a:lnTo>
                  <a:pt x="821381" y="205171"/>
                </a:lnTo>
                <a:lnTo>
                  <a:pt x="822971" y="202308"/>
                </a:lnTo>
                <a:lnTo>
                  <a:pt x="824879" y="199445"/>
                </a:lnTo>
                <a:lnTo>
                  <a:pt x="827423" y="197219"/>
                </a:lnTo>
                <a:lnTo>
                  <a:pt x="829331" y="195628"/>
                </a:lnTo>
                <a:lnTo>
                  <a:pt x="831239" y="194038"/>
                </a:lnTo>
                <a:lnTo>
                  <a:pt x="835054" y="192129"/>
                </a:lnTo>
                <a:lnTo>
                  <a:pt x="837280" y="191175"/>
                </a:lnTo>
                <a:lnTo>
                  <a:pt x="838234" y="191175"/>
                </a:lnTo>
                <a:lnTo>
                  <a:pt x="837280" y="184177"/>
                </a:lnTo>
                <a:lnTo>
                  <a:pt x="836326" y="177497"/>
                </a:lnTo>
                <a:lnTo>
                  <a:pt x="835690" y="170817"/>
                </a:lnTo>
                <a:lnTo>
                  <a:pt x="835372" y="164455"/>
                </a:lnTo>
                <a:lnTo>
                  <a:pt x="835372" y="158093"/>
                </a:lnTo>
                <a:lnTo>
                  <a:pt x="835372" y="152049"/>
                </a:lnTo>
                <a:lnTo>
                  <a:pt x="835690" y="146005"/>
                </a:lnTo>
                <a:lnTo>
                  <a:pt x="836008" y="140280"/>
                </a:lnTo>
                <a:lnTo>
                  <a:pt x="836644" y="134554"/>
                </a:lnTo>
                <a:lnTo>
                  <a:pt x="837280" y="128828"/>
                </a:lnTo>
                <a:lnTo>
                  <a:pt x="838234" y="123739"/>
                </a:lnTo>
                <a:lnTo>
                  <a:pt x="839824" y="118331"/>
                </a:lnTo>
                <a:lnTo>
                  <a:pt x="841096" y="113242"/>
                </a:lnTo>
                <a:lnTo>
                  <a:pt x="842686" y="108152"/>
                </a:lnTo>
                <a:lnTo>
                  <a:pt x="844276" y="103381"/>
                </a:lnTo>
                <a:lnTo>
                  <a:pt x="846502" y="98927"/>
                </a:lnTo>
                <a:lnTo>
                  <a:pt x="850636" y="89703"/>
                </a:lnTo>
                <a:lnTo>
                  <a:pt x="855406" y="81432"/>
                </a:lnTo>
                <a:lnTo>
                  <a:pt x="860812" y="73480"/>
                </a:lnTo>
                <a:lnTo>
                  <a:pt x="866854" y="65846"/>
                </a:lnTo>
                <a:lnTo>
                  <a:pt x="873214" y="59166"/>
                </a:lnTo>
                <a:lnTo>
                  <a:pt x="879891" y="52167"/>
                </a:lnTo>
                <a:lnTo>
                  <a:pt x="886887" y="46442"/>
                </a:lnTo>
                <a:lnTo>
                  <a:pt x="894201" y="40716"/>
                </a:lnTo>
                <a:lnTo>
                  <a:pt x="901833" y="35626"/>
                </a:lnTo>
                <a:lnTo>
                  <a:pt x="910101" y="30855"/>
                </a:lnTo>
                <a:lnTo>
                  <a:pt x="918051" y="26720"/>
                </a:lnTo>
                <a:lnTo>
                  <a:pt x="926318" y="22585"/>
                </a:lnTo>
                <a:lnTo>
                  <a:pt x="934586" y="18767"/>
                </a:lnTo>
                <a:lnTo>
                  <a:pt x="943172" y="15587"/>
                </a:lnTo>
                <a:lnTo>
                  <a:pt x="951440" y="12406"/>
                </a:lnTo>
                <a:lnTo>
                  <a:pt x="959708" y="10179"/>
                </a:lnTo>
                <a:lnTo>
                  <a:pt x="968294" y="7952"/>
                </a:lnTo>
                <a:lnTo>
                  <a:pt x="976561" y="5726"/>
                </a:lnTo>
                <a:lnTo>
                  <a:pt x="984511" y="4135"/>
                </a:lnTo>
                <a:lnTo>
                  <a:pt x="992143" y="2863"/>
                </a:lnTo>
                <a:lnTo>
                  <a:pt x="999775" y="1908"/>
                </a:lnTo>
                <a:lnTo>
                  <a:pt x="1007407" y="1272"/>
                </a:lnTo>
                <a:lnTo>
                  <a:pt x="1014403" y="318"/>
                </a:lnTo>
                <a:lnTo>
                  <a:pt x="1020763" y="0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3" name="文本框 13"/>
          <p:cNvSpPr txBox="1"/>
          <p:nvPr/>
        </p:nvSpPr>
        <p:spPr>
          <a:xfrm>
            <a:off x="1225550" y="5432425"/>
            <a:ext cx="4286250" cy="10609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COPY_NUMBER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：数字结构复制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COMPARE_ABS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：绝对值比较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CONVERT_FRAC_TO_NUM</a:t>
            </a:r>
            <a:r>
              <a:rPr lang="zh-CN" altLang="en-US" dirty="0">
                <a:solidFill>
                  <a:srgbClr val="80808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：小数转换</a:t>
            </a:r>
          </a:p>
        </p:txBody>
      </p:sp>
      <p:sp>
        <p:nvSpPr>
          <p:cNvPr id="8204" name="文本框 14"/>
          <p:cNvSpPr txBox="1"/>
          <p:nvPr/>
        </p:nvSpPr>
        <p:spPr>
          <a:xfrm>
            <a:off x="1196975" y="4970463"/>
            <a:ext cx="2030413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E67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辅助功能模块</a:t>
            </a:r>
            <a:endParaRPr lang="en-US" altLang="en-US" sz="2400" b="1" dirty="0">
              <a:solidFill>
                <a:srgbClr val="4E67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8207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0"/>
            <a:ext cx="3581400" cy="100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BFCB226B-FA61-EFCE-23B0-8A6790D664B7}"/>
              </a:ext>
            </a:extLst>
          </p:cNvPr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A2103A22-607B-19F5-D118-39979C1BE12E}"/>
              </a:ext>
            </a:extLst>
          </p:cNvPr>
          <p:cNvSpPr txBox="1"/>
          <p:nvPr/>
        </p:nvSpPr>
        <p:spPr>
          <a:xfrm>
            <a:off x="1738313" y="55245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模块设计</a:t>
            </a:r>
          </a:p>
        </p:txBody>
      </p:sp>
      <p:pic>
        <p:nvPicPr>
          <p:cNvPr id="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AEA46A1C-0D69-C54D-7945-08F164983A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0"/>
            <a:ext cx="3581400" cy="100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86"/>
          <p:cNvSpPr/>
          <p:nvPr/>
        </p:nvSpPr>
        <p:spPr>
          <a:xfrm>
            <a:off x="9061450" y="2433638"/>
            <a:ext cx="3130550" cy="11906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84"/>
          <p:cNvSpPr/>
          <p:nvPr/>
        </p:nvSpPr>
        <p:spPr>
          <a:xfrm>
            <a:off x="0" y="2433638"/>
            <a:ext cx="3130550" cy="11906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3"/>
              <p:cNvSpPr/>
              <p:nvPr/>
            </p:nvSpPr>
            <p:spPr>
              <a:xfrm>
                <a:off x="2109788" y="1601788"/>
                <a:ext cx="2854325" cy="2854325"/>
              </a:xfrm>
              <a:prstGeom prst="ellipse">
                <a:avLst/>
              </a:prstGeom>
              <a:solidFill>
                <a:srgbClr val="5E80B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id-ID" sz="8000" b="0" i="1" u="none" strike="noStrike" kern="1200" cap="none" spc="0" normalizeH="0" baseline="0" noProof="1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ea"/>
                          <a:sym typeface="+mn-lt"/>
                        </a:rPr>
                        <m:t>±</m:t>
                      </m:r>
                    </m:oMath>
                  </m:oMathPara>
                </a14:m>
                <a:endParaRPr kumimoji="0" lang="id-ID" sz="80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2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788" y="1601788"/>
                <a:ext cx="2854325" cy="28543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4"/>
          <p:cNvSpPr/>
          <p:nvPr/>
        </p:nvSpPr>
        <p:spPr>
          <a:xfrm>
            <a:off x="4668838" y="1601788"/>
            <a:ext cx="2854325" cy="2854325"/>
          </a:xfrm>
          <a:prstGeom prst="ellipse">
            <a:avLst/>
          </a:prstGeom>
          <a:solidFill>
            <a:srgbClr val="4B649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error</a:t>
            </a:r>
            <a:endParaRPr kumimoji="0" lang="id-ID" sz="60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Oval 6"/>
          <p:cNvSpPr/>
          <p:nvPr/>
        </p:nvSpPr>
        <p:spPr>
          <a:xfrm>
            <a:off x="7227889" y="1601788"/>
            <a:ext cx="2854325" cy="2854325"/>
          </a:xfrm>
          <a:prstGeom prst="ellipse">
            <a:avLst/>
          </a:prstGeom>
          <a:solidFill>
            <a:srgbClr val="5E80B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print</a:t>
            </a:r>
            <a:endParaRPr kumimoji="0" lang="id-ID" sz="60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63" name="Title 13"/>
          <p:cNvSpPr txBox="1"/>
          <p:nvPr/>
        </p:nvSpPr>
        <p:spPr>
          <a:xfrm>
            <a:off x="2959100" y="4471988"/>
            <a:ext cx="1335088" cy="709612"/>
          </a:xfrm>
          <a:prstGeom prst="rect">
            <a:avLst/>
          </a:prstGeom>
          <a:noFill/>
          <a:ln w="9525">
            <a:noFil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sym typeface="Arial" panose="020B0604020202020204" pitchFamily="34" charset="0"/>
              </a:rPr>
              <a:t>符号</a:t>
            </a:r>
            <a:endParaRPr lang="en-US" altLang="en-US" sz="2400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4" name="文本框 35"/>
          <p:cNvSpPr txBox="1"/>
          <p:nvPr/>
        </p:nvSpPr>
        <p:spPr>
          <a:xfrm>
            <a:off x="2586038" y="5032375"/>
            <a:ext cx="2082800" cy="12487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采用独立符号位存储，在运算时单独判断符号位，确保运算结果的符号正确</a:t>
            </a:r>
          </a:p>
        </p:txBody>
      </p:sp>
      <p:sp>
        <p:nvSpPr>
          <p:cNvPr id="23565" name="Title 13"/>
          <p:cNvSpPr txBox="1"/>
          <p:nvPr/>
        </p:nvSpPr>
        <p:spPr>
          <a:xfrm>
            <a:off x="5464175" y="4471988"/>
            <a:ext cx="1335088" cy="709612"/>
          </a:xfrm>
          <a:prstGeom prst="rect">
            <a:avLst/>
          </a:prstGeom>
          <a:noFill/>
          <a:ln w="9525">
            <a:noFil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错误</a:t>
            </a:r>
            <a:endParaRPr lang="en-US" altLang="en-US" sz="2400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6" name="文本框 37"/>
          <p:cNvSpPr txBox="1"/>
          <p:nvPr/>
        </p:nvSpPr>
        <p:spPr>
          <a:xfrm>
            <a:off x="5089525" y="5032375"/>
            <a:ext cx="2082800" cy="12487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对除零、非法输入、数值溢出等情况进行报错，当输入除零时及时提示错误信息</a:t>
            </a:r>
          </a:p>
        </p:txBody>
      </p:sp>
      <p:sp>
        <p:nvSpPr>
          <p:cNvPr id="23567" name="Title 13"/>
          <p:cNvSpPr txBox="1"/>
          <p:nvPr/>
        </p:nvSpPr>
        <p:spPr>
          <a:xfrm>
            <a:off x="7967663" y="4471988"/>
            <a:ext cx="1335087" cy="709612"/>
          </a:xfrm>
          <a:prstGeom prst="rect">
            <a:avLst/>
          </a:prstGeom>
          <a:noFill/>
          <a:ln w="9525">
            <a:noFil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输出</a:t>
            </a:r>
            <a:endParaRPr lang="en-US" altLang="en-US" sz="2400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568" name="文本框 39"/>
          <p:cNvSpPr txBox="1"/>
          <p:nvPr/>
        </p:nvSpPr>
        <p:spPr>
          <a:xfrm>
            <a:off x="7593013" y="5032375"/>
            <a:ext cx="2082800" cy="12487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自动去除小数末尾多余的</a:t>
            </a:r>
            <a:r>
              <a:rPr lang="en-US" altLang="zh-CN" sz="1600" dirty="0">
                <a:sym typeface="Arial" panose="020B0604020202020204" pitchFamily="34" charset="0"/>
              </a:rPr>
              <a:t>0</a:t>
            </a:r>
            <a:r>
              <a:rPr lang="zh-CN" altLang="en-US" sz="1600" dirty="0">
                <a:sym typeface="Arial" panose="020B0604020202020204" pitchFamily="34" charset="0"/>
              </a:rPr>
              <a:t>，简化显示结果，使输出更加简洁明了</a:t>
            </a:r>
          </a:p>
        </p:txBody>
      </p:sp>
      <p:sp>
        <p:nvSpPr>
          <p:cNvPr id="4" name="任意多边形 10">
            <a:extLst>
              <a:ext uri="{FF2B5EF4-FFF2-40B4-BE49-F238E27FC236}">
                <a16:creationId xmlns:a16="http://schemas.microsoft.com/office/drawing/2014/main" id="{C7014AF5-3BE9-B8FC-6DFE-DC0292E8D7A9}"/>
              </a:ext>
            </a:extLst>
          </p:cNvPr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文本框 11">
            <a:extLst>
              <a:ext uri="{FF2B5EF4-FFF2-40B4-BE49-F238E27FC236}">
                <a16:creationId xmlns:a16="http://schemas.microsoft.com/office/drawing/2014/main" id="{AD70EE18-8367-80BE-1EE8-864DFCBDF961}"/>
              </a:ext>
            </a:extLst>
          </p:cNvPr>
          <p:cNvSpPr txBox="1"/>
          <p:nvPr/>
        </p:nvSpPr>
        <p:spPr>
          <a:xfrm>
            <a:off x="1738313" y="55245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特殊处理</a:t>
            </a:r>
          </a:p>
        </p:txBody>
      </p:sp>
      <p:pic>
        <p:nvPicPr>
          <p:cNvPr id="7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E99F3D8F-7ED9-6AAE-B877-BB64169E4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2A49A-320E-282F-8E1B-AADCCF0F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70A4FB-905D-BFB7-5B0E-5B2CB247F8F4}"/>
              </a:ext>
            </a:extLst>
          </p:cNvPr>
          <p:cNvSpPr/>
          <p:nvPr/>
        </p:nvSpPr>
        <p:spPr>
          <a:xfrm>
            <a:off x="0" y="2540000"/>
            <a:ext cx="5619750" cy="19653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" name="文本框 2">
            <a:extLst>
              <a:ext uri="{FF2B5EF4-FFF2-40B4-BE49-F238E27FC236}">
                <a16:creationId xmlns:a16="http://schemas.microsoft.com/office/drawing/2014/main" id="{EC0EDC9E-0582-5D21-0B68-2FFA0235D5F4}"/>
              </a:ext>
            </a:extLst>
          </p:cNvPr>
          <p:cNvSpPr txBox="1"/>
          <p:nvPr/>
        </p:nvSpPr>
        <p:spPr>
          <a:xfrm>
            <a:off x="5854700" y="2866329"/>
            <a:ext cx="5708650" cy="131266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04   </a:t>
            </a:r>
            <a:r>
              <a:rPr lang="zh-CN" altLang="en-US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运行结果</a:t>
            </a:r>
          </a:p>
        </p:txBody>
      </p:sp>
      <p:pic>
        <p:nvPicPr>
          <p:cNvPr id="7172" name="图片 9">
            <a:extLst>
              <a:ext uri="{FF2B5EF4-FFF2-40B4-BE49-F238E27FC236}">
                <a16:creationId xmlns:a16="http://schemas.microsoft.com/office/drawing/2014/main" id="{D0D2C299-8395-4B1F-2DDE-329C2AE34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10">
            <a:extLst>
              <a:ext uri="{FF2B5EF4-FFF2-40B4-BE49-F238E27FC236}">
                <a16:creationId xmlns:a16="http://schemas.microsoft.com/office/drawing/2014/main" id="{62F1E52B-8315-8C09-2C7B-F9C1EEDB5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78763" cy="221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4805276F-C7BB-22EF-9E88-FD8A750FF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4825" y="2680494"/>
            <a:ext cx="1787525" cy="1749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034486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0" b="3670"/>
          <a:stretch/>
        </p:blipFill>
        <p:spPr bwMode="auto">
          <a:xfrm>
            <a:off x="6092825" y="1522412"/>
            <a:ext cx="5284114" cy="489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" b="3839"/>
          <a:stretch/>
        </p:blipFill>
        <p:spPr bwMode="auto">
          <a:xfrm>
            <a:off x="725488" y="1522412"/>
            <a:ext cx="5284114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9C43058-BB18-4F74-DD46-F1FBD449C851}"/>
              </a:ext>
            </a:extLst>
          </p:cNvPr>
          <p:cNvSpPr/>
          <p:nvPr/>
        </p:nvSpPr>
        <p:spPr>
          <a:xfrm>
            <a:off x="725488" y="1522412"/>
            <a:ext cx="5284114" cy="2686404"/>
          </a:xfrm>
          <a:prstGeom prst="rect">
            <a:avLst/>
          </a:prstGeom>
          <a:solidFill>
            <a:srgbClr val="4B649F"/>
          </a:solidFill>
          <a:ln>
            <a:solidFill>
              <a:srgbClr val="4B64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34" name="Rectangle 8"/>
          <p:cNvSpPr>
            <a:spLocks noChangeArrowheads="1"/>
          </p:cNvSpPr>
          <p:nvPr/>
        </p:nvSpPr>
        <p:spPr bwMode="auto">
          <a:xfrm>
            <a:off x="6092825" y="1524000"/>
            <a:ext cx="5286375" cy="2684816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txBody>
          <a:bodyPr lIns="182880" rIns="182880" anchor="ctr"/>
          <a:lstStyle>
            <a:lvl1pPr defTabSz="14493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200">
              <a:solidFill>
                <a:schemeClr val="bg1"/>
              </a:solidFill>
              <a:latin typeface="Clear Sans"/>
              <a:ea typeface="Open Sans"/>
              <a:cs typeface="Open Sans"/>
            </a:endParaRPr>
          </a:p>
        </p:txBody>
      </p:sp>
      <p:sp>
        <p:nvSpPr>
          <p:cNvPr id="26640" name="TextBox 13"/>
          <p:cNvSpPr txBox="1">
            <a:spLocks noChangeArrowheads="1"/>
          </p:cNvSpPr>
          <p:nvPr/>
        </p:nvSpPr>
        <p:spPr bwMode="auto">
          <a:xfrm>
            <a:off x="1015664" y="1911506"/>
            <a:ext cx="4703762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运行程序，会提醒输入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的数值，可以通过键盘键入，并且可以退格删去数字字符。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输入无误后按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enter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将提醒输入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的数值， 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输入无误后按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enter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将进行运算并输出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的结果。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例如，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X=5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Y=-10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时，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Z=-11.25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26642" name="TextBox 13"/>
          <p:cNvSpPr txBox="1">
            <a:spLocks noChangeArrowheads="1"/>
          </p:cNvSpPr>
          <p:nvPr/>
        </p:nvSpPr>
        <p:spPr bwMode="auto">
          <a:xfrm>
            <a:off x="6420678" y="1950140"/>
            <a:ext cx="4658484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的输入范围均为正负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2^32-1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4294967295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），当输入的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超出范围限制时将会报错。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例如，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X=4294967295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Y=4294967296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时，将会报告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的输入错误。</a:t>
            </a: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558A50B6-DAB0-D484-95A6-05A6AFCFD32D}"/>
              </a:ext>
            </a:extLst>
          </p:cNvPr>
          <p:cNvSpPr/>
          <p:nvPr/>
        </p:nvSpPr>
        <p:spPr>
          <a:xfrm rot="5400000">
            <a:off x="5068887" y="-4611687"/>
            <a:ext cx="914400" cy="11052174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F1FC8CA7-B578-4195-4030-5B84D583B3E8}"/>
              </a:ext>
            </a:extLst>
          </p:cNvPr>
          <p:cNvSpPr txBox="1"/>
          <p:nvPr/>
        </p:nvSpPr>
        <p:spPr>
          <a:xfrm>
            <a:off x="1139826" y="584201"/>
            <a:ext cx="9180718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基本要求：实现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Z=(X+Y)×36÷16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多项式功能</a:t>
            </a:r>
          </a:p>
        </p:txBody>
      </p:sp>
      <p:pic>
        <p:nvPicPr>
          <p:cNvPr id="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3496AD65-D8F5-E7D7-9888-E271D167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70225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B993-863C-658D-C6BC-F19E3619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11">
            <a:extLst>
              <a:ext uri="{FF2B5EF4-FFF2-40B4-BE49-F238E27FC236}">
                <a16:creationId xmlns:a16="http://schemas.microsoft.com/office/drawing/2014/main" id="{1EA979E9-0ACB-88E5-86A4-91095196A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0" b="4040"/>
          <a:stretch/>
        </p:blipFill>
        <p:spPr bwMode="auto">
          <a:xfrm>
            <a:off x="8766175" y="3998913"/>
            <a:ext cx="2613025" cy="24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12">
            <a:extLst>
              <a:ext uri="{FF2B5EF4-FFF2-40B4-BE49-F238E27FC236}">
                <a16:creationId xmlns:a16="http://schemas.microsoft.com/office/drawing/2014/main" id="{E7B79FB9-FF81-BCEA-1CEE-182AD6FA4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0" b="3670"/>
          <a:stretch/>
        </p:blipFill>
        <p:spPr bwMode="auto">
          <a:xfrm>
            <a:off x="6092825" y="1522413"/>
            <a:ext cx="2595563" cy="240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2">
            <a:extLst>
              <a:ext uri="{FF2B5EF4-FFF2-40B4-BE49-F238E27FC236}">
                <a16:creationId xmlns:a16="http://schemas.microsoft.com/office/drawing/2014/main" id="{09407F68-8D28-5C54-3621-9AC7A81CF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2" b="4152"/>
          <a:stretch/>
        </p:blipFill>
        <p:spPr bwMode="auto">
          <a:xfrm>
            <a:off x="3402013" y="3998913"/>
            <a:ext cx="2619375" cy="240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>
            <a:extLst>
              <a:ext uri="{FF2B5EF4-FFF2-40B4-BE49-F238E27FC236}">
                <a16:creationId xmlns:a16="http://schemas.microsoft.com/office/drawing/2014/main" id="{CC889C59-D62F-E11D-72E4-E4BCDAAD8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" b="3839"/>
          <a:stretch/>
        </p:blipFill>
        <p:spPr bwMode="auto">
          <a:xfrm>
            <a:off x="725488" y="1522413"/>
            <a:ext cx="2605087" cy="240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Rectangle 3">
            <a:extLst>
              <a:ext uri="{FF2B5EF4-FFF2-40B4-BE49-F238E27FC236}">
                <a16:creationId xmlns:a16="http://schemas.microsoft.com/office/drawing/2014/main" id="{5D02F64E-9DB8-F18B-6F4D-7D112970E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1" y="3998913"/>
            <a:ext cx="2619375" cy="2401887"/>
          </a:xfrm>
          <a:prstGeom prst="rect">
            <a:avLst/>
          </a:prstGeom>
          <a:solidFill>
            <a:srgbClr val="0075BB"/>
          </a:solidFill>
          <a:ln>
            <a:noFill/>
          </a:ln>
        </p:spPr>
        <p:txBody>
          <a:bodyPr lIns="182880" rIns="182880" anchor="ctr"/>
          <a:lstStyle>
            <a:lvl1pPr defTabSz="14493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200">
              <a:solidFill>
                <a:schemeClr val="bg1"/>
              </a:solidFill>
              <a:latin typeface="Clear Sans"/>
              <a:ea typeface="Open Sans"/>
              <a:cs typeface="Open Sans"/>
            </a:endParaRPr>
          </a:p>
        </p:txBody>
      </p:sp>
      <p:sp>
        <p:nvSpPr>
          <p:cNvPr id="26632" name="Rectangle 6">
            <a:extLst>
              <a:ext uri="{FF2B5EF4-FFF2-40B4-BE49-F238E27FC236}">
                <a16:creationId xmlns:a16="http://schemas.microsoft.com/office/drawing/2014/main" id="{7D77819B-0D85-9A22-20AC-3E93FA3E4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825" y="3998913"/>
            <a:ext cx="2592388" cy="2401887"/>
          </a:xfrm>
          <a:prstGeom prst="rect">
            <a:avLst/>
          </a:prstGeom>
          <a:solidFill>
            <a:srgbClr val="326AA8"/>
          </a:solidFill>
          <a:ln>
            <a:noFill/>
          </a:ln>
        </p:spPr>
        <p:txBody>
          <a:bodyPr lIns="182880" rIns="182880" anchor="ctr"/>
          <a:lstStyle>
            <a:lvl1pPr defTabSz="14493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200">
              <a:solidFill>
                <a:schemeClr val="bg1"/>
              </a:solidFill>
              <a:latin typeface="Clear Sans"/>
              <a:ea typeface="Open Sans"/>
              <a:cs typeface="Open Sans"/>
            </a:endParaRPr>
          </a:p>
        </p:txBody>
      </p:sp>
      <p:sp>
        <p:nvSpPr>
          <p:cNvPr id="26633" name="Rectangle 7">
            <a:extLst>
              <a:ext uri="{FF2B5EF4-FFF2-40B4-BE49-F238E27FC236}">
                <a16:creationId xmlns:a16="http://schemas.microsoft.com/office/drawing/2014/main" id="{B2277C27-BF1E-C331-6D9D-E595AA8F7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1524000"/>
            <a:ext cx="2619375" cy="2403475"/>
          </a:xfrm>
          <a:prstGeom prst="rect">
            <a:avLst/>
          </a:prstGeom>
          <a:solidFill>
            <a:srgbClr val="196FB2"/>
          </a:solidFill>
          <a:ln>
            <a:noFill/>
          </a:ln>
        </p:spPr>
        <p:txBody>
          <a:bodyPr lIns="182880" rIns="182880" anchor="ctr"/>
          <a:lstStyle>
            <a:lvl1pPr defTabSz="14493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200">
              <a:solidFill>
                <a:schemeClr val="bg1"/>
              </a:solidFill>
              <a:latin typeface="Clear Sans"/>
              <a:ea typeface="Open Sans"/>
              <a:cs typeface="Open Sans"/>
            </a:endParaRPr>
          </a:p>
        </p:txBody>
      </p:sp>
      <p:sp>
        <p:nvSpPr>
          <p:cNvPr id="26634" name="Rectangle 8">
            <a:extLst>
              <a:ext uri="{FF2B5EF4-FFF2-40B4-BE49-F238E27FC236}">
                <a16:creationId xmlns:a16="http://schemas.microsoft.com/office/drawing/2014/main" id="{EC4C2E3D-1D47-7036-85B5-F7D12E266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825" y="1524000"/>
            <a:ext cx="2619375" cy="240347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txBody>
          <a:bodyPr lIns="182880" rIns="182880" anchor="ctr"/>
          <a:lstStyle>
            <a:lvl1pPr defTabSz="14493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200">
              <a:solidFill>
                <a:schemeClr val="bg1"/>
              </a:solidFill>
              <a:latin typeface="Clear Sans"/>
              <a:ea typeface="Open Sans"/>
              <a:cs typeface="Open Sans"/>
            </a:endParaRPr>
          </a:p>
        </p:txBody>
      </p:sp>
      <p:sp>
        <p:nvSpPr>
          <p:cNvPr id="26636" name="TextBox 13">
            <a:extLst>
              <a:ext uri="{FF2B5EF4-FFF2-40B4-BE49-F238E27FC236}">
                <a16:creationId xmlns:a16="http://schemas.microsoft.com/office/drawing/2014/main" id="{383D8909-5937-B354-E016-F4BFCAAF2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094" y="4251904"/>
            <a:ext cx="2020888" cy="189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乘法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16.1111*(-25.6)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=-412.44416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38" name="TextBox 13">
            <a:extLst>
              <a:ext uri="{FF2B5EF4-FFF2-40B4-BE49-F238E27FC236}">
                <a16:creationId xmlns:a16="http://schemas.microsoft.com/office/drawing/2014/main" id="{E93BFED4-FA37-A23F-D942-712F49AAE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575" y="4251904"/>
            <a:ext cx="2020888" cy="189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除法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0.6256256/5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=0.12512512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0" name="TextBox 13">
            <a:extLst>
              <a:ext uri="{FF2B5EF4-FFF2-40B4-BE49-F238E27FC236}">
                <a16:creationId xmlns:a16="http://schemas.microsoft.com/office/drawing/2014/main" id="{FA23D6E5-4563-EA35-3CD4-7472DDCF6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1993229"/>
            <a:ext cx="2019300" cy="1465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12.5+13.38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=25.88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642" name="TextBox 13">
            <a:extLst>
              <a:ext uri="{FF2B5EF4-FFF2-40B4-BE49-F238E27FC236}">
                <a16:creationId xmlns:a16="http://schemas.microsoft.com/office/drawing/2014/main" id="{08EAEAB3-E703-3F91-22A5-D61441B68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9862" y="1993229"/>
            <a:ext cx="2019300" cy="1465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减法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16.25-20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=-3.75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05015DB4-0D84-7D5F-C83D-83BF74079124}"/>
              </a:ext>
            </a:extLst>
          </p:cNvPr>
          <p:cNvSpPr/>
          <p:nvPr/>
        </p:nvSpPr>
        <p:spPr>
          <a:xfrm rot="5400000">
            <a:off x="5068887" y="-4611687"/>
            <a:ext cx="914400" cy="11052174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71C99262-7DA7-9280-D09B-58013A904BE4}"/>
              </a:ext>
            </a:extLst>
          </p:cNvPr>
          <p:cNvSpPr txBox="1"/>
          <p:nvPr/>
        </p:nvSpPr>
        <p:spPr>
          <a:xfrm>
            <a:off x="1139826" y="584201"/>
            <a:ext cx="8680581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提高要求：实现任意两数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×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÷</a:t>
            </a:r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功能</a:t>
            </a:r>
          </a:p>
        </p:txBody>
      </p:sp>
      <p:pic>
        <p:nvPicPr>
          <p:cNvPr id="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D2CD7CE1-6CFB-6661-251B-145BB1424E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14119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85B66-CCDC-798D-9812-D9650F49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12">
            <a:extLst>
              <a:ext uri="{FF2B5EF4-FFF2-40B4-BE49-F238E27FC236}">
                <a16:creationId xmlns:a16="http://schemas.microsoft.com/office/drawing/2014/main" id="{E184A252-26A9-7EF1-21E9-884787D0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0" b="3670"/>
          <a:stretch/>
        </p:blipFill>
        <p:spPr bwMode="auto">
          <a:xfrm>
            <a:off x="6092825" y="1522412"/>
            <a:ext cx="5284114" cy="489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>
            <a:extLst>
              <a:ext uri="{FF2B5EF4-FFF2-40B4-BE49-F238E27FC236}">
                <a16:creationId xmlns:a16="http://schemas.microsoft.com/office/drawing/2014/main" id="{A5ED5A85-16B1-9263-19DF-57B9E7BDC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" b="3839"/>
          <a:stretch/>
        </p:blipFill>
        <p:spPr bwMode="auto">
          <a:xfrm>
            <a:off x="725488" y="1522412"/>
            <a:ext cx="5284114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29553E4-CD11-7481-E810-0ADD16F7BAA2}"/>
              </a:ext>
            </a:extLst>
          </p:cNvPr>
          <p:cNvSpPr/>
          <p:nvPr/>
        </p:nvSpPr>
        <p:spPr>
          <a:xfrm>
            <a:off x="725488" y="1522412"/>
            <a:ext cx="5284114" cy="2686404"/>
          </a:xfrm>
          <a:prstGeom prst="rect">
            <a:avLst/>
          </a:prstGeom>
          <a:solidFill>
            <a:srgbClr val="4B649F"/>
          </a:solidFill>
          <a:ln>
            <a:solidFill>
              <a:srgbClr val="4B64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34" name="Rectangle 8">
            <a:extLst>
              <a:ext uri="{FF2B5EF4-FFF2-40B4-BE49-F238E27FC236}">
                <a16:creationId xmlns:a16="http://schemas.microsoft.com/office/drawing/2014/main" id="{D2FF8BEA-07D3-522B-4BA8-AE8045FAA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825" y="1524000"/>
            <a:ext cx="5286375" cy="2684816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txBody>
          <a:bodyPr lIns="182880" rIns="182880" anchor="ctr"/>
          <a:lstStyle>
            <a:lvl1pPr defTabSz="14493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44938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44938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200">
              <a:solidFill>
                <a:schemeClr val="bg1"/>
              </a:solidFill>
              <a:latin typeface="Clear Sans"/>
              <a:ea typeface="Open Sans"/>
              <a:cs typeface="Open Sans"/>
            </a:endParaRPr>
          </a:p>
        </p:txBody>
      </p:sp>
      <p:sp>
        <p:nvSpPr>
          <p:cNvPr id="26640" name="TextBox 13">
            <a:extLst>
              <a:ext uri="{FF2B5EF4-FFF2-40B4-BE49-F238E27FC236}">
                <a16:creationId xmlns:a16="http://schemas.microsoft.com/office/drawing/2014/main" id="{5E51DCFC-BA0D-DD03-02CC-708A4B332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664" y="1911506"/>
            <a:ext cx="4703762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运行程序，将会提醒多项式的输入。可以输入含小括号的混合四则运算。当多项式输入正确且所有括号匹配时，按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enter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将进行混合运算并输出结果。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例如，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5.4/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（（（（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11-6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/4-0.75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）*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-0.1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=6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26642" name="TextBox 13">
            <a:extLst>
              <a:ext uri="{FF2B5EF4-FFF2-40B4-BE49-F238E27FC236}">
                <a16:creationId xmlns:a16="http://schemas.microsoft.com/office/drawing/2014/main" id="{6F73401F-D696-DAFC-9DCB-65F31BCEA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678" y="1950140"/>
            <a:ext cx="4658484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当输入符号错误或小括号不匹配、有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做除数时将会汇报错误。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例如，输入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（（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11-50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1+1-2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-2*3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/10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时，检测到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1+1-2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）中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做了除数，将会汇报错误。</a:t>
            </a: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64C2EF9B-ACCD-60C0-AE19-A243D20B14DF}"/>
              </a:ext>
            </a:extLst>
          </p:cNvPr>
          <p:cNvSpPr/>
          <p:nvPr/>
        </p:nvSpPr>
        <p:spPr>
          <a:xfrm rot="5400000">
            <a:off x="5068887" y="-4611687"/>
            <a:ext cx="914400" cy="11052174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FBCE777A-2BB7-C5E1-AC81-DBB8765E0B67}"/>
              </a:ext>
            </a:extLst>
          </p:cNvPr>
          <p:cNvSpPr txBox="1"/>
          <p:nvPr/>
        </p:nvSpPr>
        <p:spPr>
          <a:xfrm>
            <a:off x="1139826" y="584201"/>
            <a:ext cx="8032968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提高要求：实现带括号的四则混合运算</a:t>
            </a:r>
          </a:p>
        </p:txBody>
      </p:sp>
      <p:pic>
        <p:nvPicPr>
          <p:cNvPr id="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B54EAF83-2166-491B-2E48-78611497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93015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F208-CD80-7D66-ACA6-53384EEE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1D9E84-E1A3-F98A-1F0B-80FB642C97F1}"/>
              </a:ext>
            </a:extLst>
          </p:cNvPr>
          <p:cNvSpPr/>
          <p:nvPr/>
        </p:nvSpPr>
        <p:spPr>
          <a:xfrm>
            <a:off x="0" y="2540000"/>
            <a:ext cx="5619750" cy="1965325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" name="文本框 2">
            <a:extLst>
              <a:ext uri="{FF2B5EF4-FFF2-40B4-BE49-F238E27FC236}">
                <a16:creationId xmlns:a16="http://schemas.microsoft.com/office/drawing/2014/main" id="{F75289F6-38F6-F33D-AB7F-7CE183B0B2B8}"/>
              </a:ext>
            </a:extLst>
          </p:cNvPr>
          <p:cNvSpPr txBox="1"/>
          <p:nvPr/>
        </p:nvSpPr>
        <p:spPr>
          <a:xfrm>
            <a:off x="5854700" y="2866329"/>
            <a:ext cx="5708650" cy="131266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05   </a:t>
            </a:r>
            <a:r>
              <a:rPr lang="zh-CN" altLang="en-US" sz="60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实验总结</a:t>
            </a:r>
          </a:p>
        </p:txBody>
      </p:sp>
      <p:pic>
        <p:nvPicPr>
          <p:cNvPr id="7172" name="图片 9">
            <a:extLst>
              <a:ext uri="{FF2B5EF4-FFF2-40B4-BE49-F238E27FC236}">
                <a16:creationId xmlns:a16="http://schemas.microsoft.com/office/drawing/2014/main" id="{964D1BA8-56EB-65EF-D016-014EB97C0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10">
            <a:extLst>
              <a:ext uri="{FF2B5EF4-FFF2-40B4-BE49-F238E27FC236}">
                <a16:creationId xmlns:a16="http://schemas.microsoft.com/office/drawing/2014/main" id="{327727E9-0BD0-2DA3-3A03-E522D00AD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78763" cy="221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E97F7BD6-E36E-1C75-3CAF-06E83BEA82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4825" y="2680494"/>
            <a:ext cx="1787525" cy="1749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74320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10600" y="0"/>
            <a:ext cx="3581400" cy="100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H_SubTitle_1"/>
          <p:cNvSpPr/>
          <p:nvPr>
            <p:custDataLst>
              <p:tags r:id="rId1"/>
            </p:custDataLst>
          </p:nvPr>
        </p:nvSpPr>
        <p:spPr bwMode="auto">
          <a:xfrm>
            <a:off x="1681163" y="1870075"/>
            <a:ext cx="2709863" cy="1730375"/>
          </a:xfrm>
          <a:prstGeom prst="rect">
            <a:avLst/>
          </a:prstGeom>
          <a:noFill/>
          <a:ln w="1905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MH_SubTitle_2"/>
          <p:cNvSpPr/>
          <p:nvPr>
            <p:custDataLst>
              <p:tags r:id="rId2"/>
            </p:custDataLst>
          </p:nvPr>
        </p:nvSpPr>
        <p:spPr bwMode="auto">
          <a:xfrm>
            <a:off x="4705350" y="1870075"/>
            <a:ext cx="2709863" cy="1730375"/>
          </a:xfrm>
          <a:prstGeom prst="rect">
            <a:avLst/>
          </a:prstGeom>
          <a:noFill/>
          <a:ln w="1905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MH_SubTitle_3"/>
          <p:cNvSpPr/>
          <p:nvPr>
            <p:custDataLst>
              <p:tags r:id="rId3"/>
            </p:custDataLst>
          </p:nvPr>
        </p:nvSpPr>
        <p:spPr bwMode="auto">
          <a:xfrm>
            <a:off x="7729538" y="1870075"/>
            <a:ext cx="2708275" cy="1730375"/>
          </a:xfrm>
          <a:prstGeom prst="rect">
            <a:avLst/>
          </a:prstGeom>
          <a:noFill/>
          <a:ln w="1905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MH_SubTitle_4"/>
          <p:cNvSpPr/>
          <p:nvPr>
            <p:custDataLst>
              <p:tags r:id="rId4"/>
            </p:custDataLst>
          </p:nvPr>
        </p:nvSpPr>
        <p:spPr bwMode="auto">
          <a:xfrm>
            <a:off x="1681163" y="4062413"/>
            <a:ext cx="2709863" cy="1730375"/>
          </a:xfrm>
          <a:prstGeom prst="rect">
            <a:avLst/>
          </a:prstGeom>
          <a:noFill/>
          <a:ln w="1905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MH_SubTitle_5"/>
          <p:cNvSpPr/>
          <p:nvPr>
            <p:custDataLst>
              <p:tags r:id="rId5"/>
            </p:custDataLst>
          </p:nvPr>
        </p:nvSpPr>
        <p:spPr bwMode="auto">
          <a:xfrm>
            <a:off x="4705350" y="4062413"/>
            <a:ext cx="2709863" cy="1730375"/>
          </a:xfrm>
          <a:prstGeom prst="rect">
            <a:avLst/>
          </a:prstGeom>
          <a:noFill/>
          <a:ln w="1905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MH_SubTitle_6"/>
          <p:cNvSpPr/>
          <p:nvPr>
            <p:custDataLst>
              <p:tags r:id="rId6"/>
            </p:custDataLst>
          </p:nvPr>
        </p:nvSpPr>
        <p:spPr bwMode="auto">
          <a:xfrm>
            <a:off x="7729538" y="4062413"/>
            <a:ext cx="2708275" cy="1730375"/>
          </a:xfrm>
          <a:prstGeom prst="rect">
            <a:avLst/>
          </a:prstGeom>
          <a:noFill/>
          <a:ln w="1905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MH_Other_1"/>
          <p:cNvSpPr/>
          <p:nvPr>
            <p:custDataLst>
              <p:tags r:id="rId7"/>
            </p:custDataLst>
          </p:nvPr>
        </p:nvSpPr>
        <p:spPr>
          <a:xfrm>
            <a:off x="3567113" y="1695450"/>
            <a:ext cx="598488" cy="539750"/>
          </a:xfrm>
          <a:custGeom>
            <a:avLst/>
            <a:gdLst>
              <a:gd name="connsiteX0" fmla="*/ 28344 w 509451"/>
              <a:gd name="connsiteY0" fmla="*/ 0 h 459661"/>
              <a:gd name="connsiteX1" fmla="*/ 481107 w 509451"/>
              <a:gd name="connsiteY1" fmla="*/ 0 h 459661"/>
              <a:gd name="connsiteX2" fmla="*/ 509451 w 509451"/>
              <a:gd name="connsiteY2" fmla="*/ 28344 h 459661"/>
              <a:gd name="connsiteX3" fmla="*/ 509451 w 509451"/>
              <a:gd name="connsiteY3" fmla="*/ 332765 h 459661"/>
              <a:gd name="connsiteX4" fmla="*/ 481107 w 509451"/>
              <a:gd name="connsiteY4" fmla="*/ 361109 h 459661"/>
              <a:gd name="connsiteX5" fmla="*/ 313285 w 509451"/>
              <a:gd name="connsiteY5" fmla="*/ 361109 h 459661"/>
              <a:gd name="connsiteX6" fmla="*/ 256124 w 509451"/>
              <a:gd name="connsiteY6" fmla="*/ 459661 h 459661"/>
              <a:gd name="connsiteX7" fmla="*/ 198964 w 509451"/>
              <a:gd name="connsiteY7" fmla="*/ 361109 h 459661"/>
              <a:gd name="connsiteX8" fmla="*/ 28344 w 509451"/>
              <a:gd name="connsiteY8" fmla="*/ 361109 h 459661"/>
              <a:gd name="connsiteX9" fmla="*/ 0 w 509451"/>
              <a:gd name="connsiteY9" fmla="*/ 332765 h 459661"/>
              <a:gd name="connsiteX10" fmla="*/ 0 w 509451"/>
              <a:gd name="connsiteY10" fmla="*/ 28344 h 459661"/>
              <a:gd name="connsiteX11" fmla="*/ 28344 w 509451"/>
              <a:gd name="connsiteY11" fmla="*/ 0 h 4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451" h="459661">
                <a:moveTo>
                  <a:pt x="28344" y="0"/>
                </a:moveTo>
                <a:lnTo>
                  <a:pt x="481107" y="0"/>
                </a:lnTo>
                <a:cubicBezTo>
                  <a:pt x="496761" y="0"/>
                  <a:pt x="509451" y="12690"/>
                  <a:pt x="509451" y="28344"/>
                </a:cubicBezTo>
                <a:lnTo>
                  <a:pt x="509451" y="332765"/>
                </a:lnTo>
                <a:cubicBezTo>
                  <a:pt x="509451" y="348419"/>
                  <a:pt x="496761" y="361109"/>
                  <a:pt x="481107" y="361109"/>
                </a:cubicBezTo>
                <a:lnTo>
                  <a:pt x="313285" y="361109"/>
                </a:lnTo>
                <a:lnTo>
                  <a:pt x="256124" y="459661"/>
                </a:lnTo>
                <a:lnTo>
                  <a:pt x="198964" y="361109"/>
                </a:lnTo>
                <a:lnTo>
                  <a:pt x="28344" y="361109"/>
                </a:lnTo>
                <a:cubicBezTo>
                  <a:pt x="12690" y="361109"/>
                  <a:pt x="0" y="348419"/>
                  <a:pt x="0" y="332765"/>
                </a:cubicBezTo>
                <a:lnTo>
                  <a:pt x="0" y="28344"/>
                </a:lnTo>
                <a:cubicBezTo>
                  <a:pt x="0" y="12690"/>
                  <a:pt x="12690" y="0"/>
                  <a:pt x="28344" y="0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MH_Other_2"/>
          <p:cNvSpPr/>
          <p:nvPr>
            <p:custDataLst>
              <p:tags r:id="rId8"/>
            </p:custDataLst>
          </p:nvPr>
        </p:nvSpPr>
        <p:spPr>
          <a:xfrm>
            <a:off x="6592888" y="1695450"/>
            <a:ext cx="596900" cy="539750"/>
          </a:xfrm>
          <a:custGeom>
            <a:avLst/>
            <a:gdLst>
              <a:gd name="connsiteX0" fmla="*/ 28343 w 509451"/>
              <a:gd name="connsiteY0" fmla="*/ 0 h 459661"/>
              <a:gd name="connsiteX1" fmla="*/ 481107 w 509451"/>
              <a:gd name="connsiteY1" fmla="*/ 0 h 459661"/>
              <a:gd name="connsiteX2" fmla="*/ 509451 w 509451"/>
              <a:gd name="connsiteY2" fmla="*/ 28344 h 459661"/>
              <a:gd name="connsiteX3" fmla="*/ 509451 w 509451"/>
              <a:gd name="connsiteY3" fmla="*/ 332765 h 459661"/>
              <a:gd name="connsiteX4" fmla="*/ 481107 w 509451"/>
              <a:gd name="connsiteY4" fmla="*/ 361109 h 459661"/>
              <a:gd name="connsiteX5" fmla="*/ 313285 w 509451"/>
              <a:gd name="connsiteY5" fmla="*/ 361109 h 459661"/>
              <a:gd name="connsiteX6" fmla="*/ 256124 w 509451"/>
              <a:gd name="connsiteY6" fmla="*/ 459661 h 459661"/>
              <a:gd name="connsiteX7" fmla="*/ 198964 w 509451"/>
              <a:gd name="connsiteY7" fmla="*/ 361109 h 459661"/>
              <a:gd name="connsiteX8" fmla="*/ 28343 w 509451"/>
              <a:gd name="connsiteY8" fmla="*/ 361109 h 459661"/>
              <a:gd name="connsiteX9" fmla="*/ 0 w 509451"/>
              <a:gd name="connsiteY9" fmla="*/ 332765 h 459661"/>
              <a:gd name="connsiteX10" fmla="*/ 0 w 509451"/>
              <a:gd name="connsiteY10" fmla="*/ 28344 h 459661"/>
              <a:gd name="connsiteX11" fmla="*/ 28343 w 509451"/>
              <a:gd name="connsiteY11" fmla="*/ 0 h 4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451" h="459661">
                <a:moveTo>
                  <a:pt x="28343" y="0"/>
                </a:moveTo>
                <a:lnTo>
                  <a:pt x="481107" y="0"/>
                </a:lnTo>
                <a:cubicBezTo>
                  <a:pt x="496761" y="0"/>
                  <a:pt x="509451" y="12690"/>
                  <a:pt x="509451" y="28344"/>
                </a:cubicBezTo>
                <a:lnTo>
                  <a:pt x="509451" y="332765"/>
                </a:lnTo>
                <a:cubicBezTo>
                  <a:pt x="509451" y="348419"/>
                  <a:pt x="496761" y="361109"/>
                  <a:pt x="481107" y="361109"/>
                </a:cubicBezTo>
                <a:lnTo>
                  <a:pt x="313285" y="361109"/>
                </a:lnTo>
                <a:lnTo>
                  <a:pt x="256124" y="459661"/>
                </a:lnTo>
                <a:lnTo>
                  <a:pt x="198964" y="361109"/>
                </a:lnTo>
                <a:lnTo>
                  <a:pt x="28343" y="361109"/>
                </a:lnTo>
                <a:cubicBezTo>
                  <a:pt x="12690" y="361109"/>
                  <a:pt x="0" y="348419"/>
                  <a:pt x="0" y="332765"/>
                </a:cubicBezTo>
                <a:lnTo>
                  <a:pt x="0" y="28344"/>
                </a:lnTo>
                <a:cubicBezTo>
                  <a:pt x="0" y="12690"/>
                  <a:pt x="12690" y="0"/>
                  <a:pt x="28343" y="0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MH_Other_3"/>
          <p:cNvSpPr/>
          <p:nvPr>
            <p:custDataLst>
              <p:tags r:id="rId9"/>
            </p:custDataLst>
          </p:nvPr>
        </p:nvSpPr>
        <p:spPr>
          <a:xfrm>
            <a:off x="9617075" y="1695450"/>
            <a:ext cx="598488" cy="539750"/>
          </a:xfrm>
          <a:custGeom>
            <a:avLst/>
            <a:gdLst>
              <a:gd name="connsiteX0" fmla="*/ 28344 w 509451"/>
              <a:gd name="connsiteY0" fmla="*/ 0 h 459661"/>
              <a:gd name="connsiteX1" fmla="*/ 481108 w 509451"/>
              <a:gd name="connsiteY1" fmla="*/ 0 h 459661"/>
              <a:gd name="connsiteX2" fmla="*/ 509451 w 509451"/>
              <a:gd name="connsiteY2" fmla="*/ 28344 h 459661"/>
              <a:gd name="connsiteX3" fmla="*/ 509451 w 509451"/>
              <a:gd name="connsiteY3" fmla="*/ 332765 h 459661"/>
              <a:gd name="connsiteX4" fmla="*/ 481108 w 509451"/>
              <a:gd name="connsiteY4" fmla="*/ 361109 h 459661"/>
              <a:gd name="connsiteX5" fmla="*/ 313285 w 509451"/>
              <a:gd name="connsiteY5" fmla="*/ 361109 h 459661"/>
              <a:gd name="connsiteX6" fmla="*/ 256124 w 509451"/>
              <a:gd name="connsiteY6" fmla="*/ 459661 h 459661"/>
              <a:gd name="connsiteX7" fmla="*/ 198965 w 509451"/>
              <a:gd name="connsiteY7" fmla="*/ 361109 h 459661"/>
              <a:gd name="connsiteX8" fmla="*/ 28344 w 509451"/>
              <a:gd name="connsiteY8" fmla="*/ 361109 h 459661"/>
              <a:gd name="connsiteX9" fmla="*/ 0 w 509451"/>
              <a:gd name="connsiteY9" fmla="*/ 332765 h 459661"/>
              <a:gd name="connsiteX10" fmla="*/ 0 w 509451"/>
              <a:gd name="connsiteY10" fmla="*/ 28344 h 459661"/>
              <a:gd name="connsiteX11" fmla="*/ 28344 w 509451"/>
              <a:gd name="connsiteY11" fmla="*/ 0 h 4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451" h="459661">
                <a:moveTo>
                  <a:pt x="28344" y="0"/>
                </a:moveTo>
                <a:lnTo>
                  <a:pt x="481108" y="0"/>
                </a:lnTo>
                <a:cubicBezTo>
                  <a:pt x="496761" y="0"/>
                  <a:pt x="509451" y="12690"/>
                  <a:pt x="509451" y="28344"/>
                </a:cubicBezTo>
                <a:lnTo>
                  <a:pt x="509451" y="332765"/>
                </a:lnTo>
                <a:cubicBezTo>
                  <a:pt x="509451" y="348419"/>
                  <a:pt x="496761" y="361109"/>
                  <a:pt x="481108" y="361109"/>
                </a:cubicBezTo>
                <a:lnTo>
                  <a:pt x="313285" y="361109"/>
                </a:lnTo>
                <a:lnTo>
                  <a:pt x="256124" y="459661"/>
                </a:lnTo>
                <a:lnTo>
                  <a:pt x="198965" y="361109"/>
                </a:lnTo>
                <a:lnTo>
                  <a:pt x="28344" y="361109"/>
                </a:lnTo>
                <a:cubicBezTo>
                  <a:pt x="12690" y="361109"/>
                  <a:pt x="0" y="348419"/>
                  <a:pt x="0" y="332765"/>
                </a:cubicBezTo>
                <a:lnTo>
                  <a:pt x="0" y="28344"/>
                </a:lnTo>
                <a:cubicBezTo>
                  <a:pt x="0" y="12690"/>
                  <a:pt x="12690" y="0"/>
                  <a:pt x="28344" y="0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MH_Other_4"/>
          <p:cNvSpPr/>
          <p:nvPr>
            <p:custDataLst>
              <p:tags r:id="rId10"/>
            </p:custDataLst>
          </p:nvPr>
        </p:nvSpPr>
        <p:spPr>
          <a:xfrm>
            <a:off x="3567113" y="3889375"/>
            <a:ext cx="598488" cy="538163"/>
          </a:xfrm>
          <a:custGeom>
            <a:avLst/>
            <a:gdLst>
              <a:gd name="connsiteX0" fmla="*/ 28344 w 509451"/>
              <a:gd name="connsiteY0" fmla="*/ 0 h 459661"/>
              <a:gd name="connsiteX1" fmla="*/ 481107 w 509451"/>
              <a:gd name="connsiteY1" fmla="*/ 0 h 459661"/>
              <a:gd name="connsiteX2" fmla="*/ 509451 w 509451"/>
              <a:gd name="connsiteY2" fmla="*/ 28344 h 459661"/>
              <a:gd name="connsiteX3" fmla="*/ 509451 w 509451"/>
              <a:gd name="connsiteY3" fmla="*/ 332765 h 459661"/>
              <a:gd name="connsiteX4" fmla="*/ 481107 w 509451"/>
              <a:gd name="connsiteY4" fmla="*/ 361109 h 459661"/>
              <a:gd name="connsiteX5" fmla="*/ 313285 w 509451"/>
              <a:gd name="connsiteY5" fmla="*/ 361109 h 459661"/>
              <a:gd name="connsiteX6" fmla="*/ 256124 w 509451"/>
              <a:gd name="connsiteY6" fmla="*/ 459661 h 459661"/>
              <a:gd name="connsiteX7" fmla="*/ 198964 w 509451"/>
              <a:gd name="connsiteY7" fmla="*/ 361109 h 459661"/>
              <a:gd name="connsiteX8" fmla="*/ 28344 w 509451"/>
              <a:gd name="connsiteY8" fmla="*/ 361109 h 459661"/>
              <a:gd name="connsiteX9" fmla="*/ 0 w 509451"/>
              <a:gd name="connsiteY9" fmla="*/ 332765 h 459661"/>
              <a:gd name="connsiteX10" fmla="*/ 0 w 509451"/>
              <a:gd name="connsiteY10" fmla="*/ 28344 h 459661"/>
              <a:gd name="connsiteX11" fmla="*/ 28344 w 509451"/>
              <a:gd name="connsiteY11" fmla="*/ 0 h 4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451" h="459661">
                <a:moveTo>
                  <a:pt x="28344" y="0"/>
                </a:moveTo>
                <a:lnTo>
                  <a:pt x="481107" y="0"/>
                </a:lnTo>
                <a:cubicBezTo>
                  <a:pt x="496761" y="0"/>
                  <a:pt x="509451" y="12690"/>
                  <a:pt x="509451" y="28344"/>
                </a:cubicBezTo>
                <a:lnTo>
                  <a:pt x="509451" y="332765"/>
                </a:lnTo>
                <a:cubicBezTo>
                  <a:pt x="509451" y="348419"/>
                  <a:pt x="496761" y="361109"/>
                  <a:pt x="481107" y="361109"/>
                </a:cubicBezTo>
                <a:lnTo>
                  <a:pt x="313285" y="361109"/>
                </a:lnTo>
                <a:lnTo>
                  <a:pt x="256124" y="459661"/>
                </a:lnTo>
                <a:lnTo>
                  <a:pt x="198964" y="361109"/>
                </a:lnTo>
                <a:lnTo>
                  <a:pt x="28344" y="361109"/>
                </a:lnTo>
                <a:cubicBezTo>
                  <a:pt x="12690" y="361109"/>
                  <a:pt x="0" y="348419"/>
                  <a:pt x="0" y="332765"/>
                </a:cubicBezTo>
                <a:lnTo>
                  <a:pt x="0" y="28344"/>
                </a:lnTo>
                <a:cubicBezTo>
                  <a:pt x="0" y="12690"/>
                  <a:pt x="12690" y="0"/>
                  <a:pt x="28344" y="0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MH_Other_5"/>
          <p:cNvSpPr/>
          <p:nvPr>
            <p:custDataLst>
              <p:tags r:id="rId11"/>
            </p:custDataLst>
          </p:nvPr>
        </p:nvSpPr>
        <p:spPr>
          <a:xfrm>
            <a:off x="6592888" y="3889375"/>
            <a:ext cx="596900" cy="538163"/>
          </a:xfrm>
          <a:custGeom>
            <a:avLst/>
            <a:gdLst>
              <a:gd name="connsiteX0" fmla="*/ 28343 w 509451"/>
              <a:gd name="connsiteY0" fmla="*/ 0 h 459661"/>
              <a:gd name="connsiteX1" fmla="*/ 481107 w 509451"/>
              <a:gd name="connsiteY1" fmla="*/ 0 h 459661"/>
              <a:gd name="connsiteX2" fmla="*/ 509451 w 509451"/>
              <a:gd name="connsiteY2" fmla="*/ 28344 h 459661"/>
              <a:gd name="connsiteX3" fmla="*/ 509451 w 509451"/>
              <a:gd name="connsiteY3" fmla="*/ 332765 h 459661"/>
              <a:gd name="connsiteX4" fmla="*/ 481107 w 509451"/>
              <a:gd name="connsiteY4" fmla="*/ 361109 h 459661"/>
              <a:gd name="connsiteX5" fmla="*/ 313285 w 509451"/>
              <a:gd name="connsiteY5" fmla="*/ 361109 h 459661"/>
              <a:gd name="connsiteX6" fmla="*/ 256124 w 509451"/>
              <a:gd name="connsiteY6" fmla="*/ 459661 h 459661"/>
              <a:gd name="connsiteX7" fmla="*/ 198964 w 509451"/>
              <a:gd name="connsiteY7" fmla="*/ 361109 h 459661"/>
              <a:gd name="connsiteX8" fmla="*/ 28343 w 509451"/>
              <a:gd name="connsiteY8" fmla="*/ 361109 h 459661"/>
              <a:gd name="connsiteX9" fmla="*/ 0 w 509451"/>
              <a:gd name="connsiteY9" fmla="*/ 332765 h 459661"/>
              <a:gd name="connsiteX10" fmla="*/ 0 w 509451"/>
              <a:gd name="connsiteY10" fmla="*/ 28344 h 459661"/>
              <a:gd name="connsiteX11" fmla="*/ 28343 w 509451"/>
              <a:gd name="connsiteY11" fmla="*/ 0 h 4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451" h="459661">
                <a:moveTo>
                  <a:pt x="28343" y="0"/>
                </a:moveTo>
                <a:lnTo>
                  <a:pt x="481107" y="0"/>
                </a:lnTo>
                <a:cubicBezTo>
                  <a:pt x="496761" y="0"/>
                  <a:pt x="509451" y="12690"/>
                  <a:pt x="509451" y="28344"/>
                </a:cubicBezTo>
                <a:lnTo>
                  <a:pt x="509451" y="332765"/>
                </a:lnTo>
                <a:cubicBezTo>
                  <a:pt x="509451" y="348419"/>
                  <a:pt x="496761" y="361109"/>
                  <a:pt x="481107" y="361109"/>
                </a:cubicBezTo>
                <a:lnTo>
                  <a:pt x="313285" y="361109"/>
                </a:lnTo>
                <a:lnTo>
                  <a:pt x="256124" y="459661"/>
                </a:lnTo>
                <a:lnTo>
                  <a:pt x="198964" y="361109"/>
                </a:lnTo>
                <a:lnTo>
                  <a:pt x="28343" y="361109"/>
                </a:lnTo>
                <a:cubicBezTo>
                  <a:pt x="12690" y="361109"/>
                  <a:pt x="0" y="348419"/>
                  <a:pt x="0" y="332765"/>
                </a:cubicBezTo>
                <a:lnTo>
                  <a:pt x="0" y="28344"/>
                </a:lnTo>
                <a:cubicBezTo>
                  <a:pt x="0" y="12690"/>
                  <a:pt x="12690" y="0"/>
                  <a:pt x="28343" y="0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MH_Other_6"/>
          <p:cNvSpPr/>
          <p:nvPr>
            <p:custDataLst>
              <p:tags r:id="rId12"/>
            </p:custDataLst>
          </p:nvPr>
        </p:nvSpPr>
        <p:spPr>
          <a:xfrm>
            <a:off x="9617075" y="3889375"/>
            <a:ext cx="598488" cy="538163"/>
          </a:xfrm>
          <a:custGeom>
            <a:avLst/>
            <a:gdLst>
              <a:gd name="connsiteX0" fmla="*/ 28343 w 509451"/>
              <a:gd name="connsiteY0" fmla="*/ 0 h 459661"/>
              <a:gd name="connsiteX1" fmla="*/ 481107 w 509451"/>
              <a:gd name="connsiteY1" fmla="*/ 0 h 459661"/>
              <a:gd name="connsiteX2" fmla="*/ 509451 w 509451"/>
              <a:gd name="connsiteY2" fmla="*/ 28344 h 459661"/>
              <a:gd name="connsiteX3" fmla="*/ 509451 w 509451"/>
              <a:gd name="connsiteY3" fmla="*/ 332765 h 459661"/>
              <a:gd name="connsiteX4" fmla="*/ 481107 w 509451"/>
              <a:gd name="connsiteY4" fmla="*/ 361109 h 459661"/>
              <a:gd name="connsiteX5" fmla="*/ 313285 w 509451"/>
              <a:gd name="connsiteY5" fmla="*/ 361109 h 459661"/>
              <a:gd name="connsiteX6" fmla="*/ 256124 w 509451"/>
              <a:gd name="connsiteY6" fmla="*/ 459661 h 459661"/>
              <a:gd name="connsiteX7" fmla="*/ 198964 w 509451"/>
              <a:gd name="connsiteY7" fmla="*/ 361109 h 459661"/>
              <a:gd name="connsiteX8" fmla="*/ 28343 w 509451"/>
              <a:gd name="connsiteY8" fmla="*/ 361109 h 459661"/>
              <a:gd name="connsiteX9" fmla="*/ 0 w 509451"/>
              <a:gd name="connsiteY9" fmla="*/ 332765 h 459661"/>
              <a:gd name="connsiteX10" fmla="*/ 0 w 509451"/>
              <a:gd name="connsiteY10" fmla="*/ 28344 h 459661"/>
              <a:gd name="connsiteX11" fmla="*/ 28343 w 509451"/>
              <a:gd name="connsiteY11" fmla="*/ 0 h 459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451" h="459661">
                <a:moveTo>
                  <a:pt x="28343" y="0"/>
                </a:moveTo>
                <a:lnTo>
                  <a:pt x="481107" y="0"/>
                </a:lnTo>
                <a:cubicBezTo>
                  <a:pt x="496761" y="0"/>
                  <a:pt x="509451" y="12690"/>
                  <a:pt x="509451" y="28344"/>
                </a:cubicBezTo>
                <a:lnTo>
                  <a:pt x="509451" y="332765"/>
                </a:lnTo>
                <a:cubicBezTo>
                  <a:pt x="509451" y="348419"/>
                  <a:pt x="496761" y="361109"/>
                  <a:pt x="481107" y="361109"/>
                </a:cubicBezTo>
                <a:lnTo>
                  <a:pt x="313285" y="361109"/>
                </a:lnTo>
                <a:lnTo>
                  <a:pt x="256124" y="459661"/>
                </a:lnTo>
                <a:lnTo>
                  <a:pt x="198964" y="361109"/>
                </a:lnTo>
                <a:lnTo>
                  <a:pt x="28343" y="361109"/>
                </a:lnTo>
                <a:cubicBezTo>
                  <a:pt x="12690" y="361109"/>
                  <a:pt x="0" y="348419"/>
                  <a:pt x="0" y="332765"/>
                </a:cubicBezTo>
                <a:lnTo>
                  <a:pt x="0" y="28344"/>
                </a:lnTo>
                <a:cubicBezTo>
                  <a:pt x="0" y="12690"/>
                  <a:pt x="12690" y="0"/>
                  <a:pt x="28343" y="0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327" name="文本框 21"/>
          <p:cNvSpPr txBox="1"/>
          <p:nvPr/>
        </p:nvSpPr>
        <p:spPr>
          <a:xfrm>
            <a:off x="1881188" y="2332038"/>
            <a:ext cx="2284412" cy="10609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595959"/>
                </a:solidFill>
                <a:sym typeface="Arial" panose="020B0604020202020204" pitchFamily="34" charset="0"/>
              </a:rPr>
              <a:t>实现多项式运算、两数四则运算、带括号混合运算</a:t>
            </a:r>
            <a:endParaRPr lang="zh-CN" altLang="en-US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28" name="文本框 22"/>
          <p:cNvSpPr txBox="1"/>
          <p:nvPr/>
        </p:nvSpPr>
        <p:spPr>
          <a:xfrm>
            <a:off x="4906963" y="2332038"/>
            <a:ext cx="2282825" cy="1089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595959"/>
                </a:solidFill>
                <a:sym typeface="Arial" panose="020B0604020202020204" pitchFamily="34" charset="0"/>
              </a:rPr>
              <a:t>自定义数据格式保障精度，能够支持大范围数值运算</a:t>
            </a:r>
            <a:endParaRPr lang="zh-CN" altLang="en-US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29" name="文本框 23"/>
          <p:cNvSpPr txBox="1"/>
          <p:nvPr/>
        </p:nvSpPr>
        <p:spPr>
          <a:xfrm>
            <a:off x="7942263" y="2332038"/>
            <a:ext cx="2284412" cy="10609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595959"/>
                </a:solidFill>
                <a:sym typeface="Arial" panose="020B0604020202020204" pitchFamily="34" charset="0"/>
              </a:rPr>
              <a:t>双栈机制高效处理运算符优先级与括号，确保准确计算</a:t>
            </a:r>
            <a:endParaRPr lang="zh-CN" altLang="en-US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30" name="文本框 24"/>
          <p:cNvSpPr txBox="1"/>
          <p:nvPr/>
        </p:nvSpPr>
        <p:spPr>
          <a:xfrm>
            <a:off x="1881188" y="4459288"/>
            <a:ext cx="2284412" cy="10609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595959"/>
                </a:solidFill>
                <a:sym typeface="Arial" panose="020B0604020202020204" pitchFamily="34" charset="0"/>
              </a:rPr>
              <a:t>支持更多运算符，如幂运算，进一步扩大计算器的功能范围</a:t>
            </a:r>
            <a:endParaRPr lang="zh-CN" altLang="en-US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31" name="文本框 25"/>
          <p:cNvSpPr txBox="1"/>
          <p:nvPr/>
        </p:nvSpPr>
        <p:spPr>
          <a:xfrm>
            <a:off x="4906963" y="4459288"/>
            <a:ext cx="2282825" cy="10609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595959"/>
                </a:solidFill>
                <a:sym typeface="Arial" panose="020B0604020202020204" pitchFamily="34" charset="0"/>
              </a:rPr>
              <a:t>增加字符位数，以支持更大数值范围的大规模运算</a:t>
            </a:r>
            <a:endParaRPr lang="zh-CN" altLang="en-US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32" name="文本框 26"/>
          <p:cNvSpPr txBox="1"/>
          <p:nvPr/>
        </p:nvSpPr>
        <p:spPr>
          <a:xfrm>
            <a:off x="7942263" y="4459288"/>
            <a:ext cx="2284412" cy="1089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595959"/>
                </a:solidFill>
                <a:sym typeface="Arial" panose="020B0604020202020204" pitchFamily="34" charset="0"/>
              </a:rPr>
              <a:t>优化运算算法，减少冗余操作，提升计算速度</a:t>
            </a:r>
            <a:endParaRPr lang="zh-CN" altLang="en-US" dirty="0">
              <a:solidFill>
                <a:srgbClr val="595959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任意多边形 10">
            <a:extLst>
              <a:ext uri="{FF2B5EF4-FFF2-40B4-BE49-F238E27FC236}">
                <a16:creationId xmlns:a16="http://schemas.microsoft.com/office/drawing/2014/main" id="{43D173D2-0568-E45A-BB41-136348360195}"/>
              </a:ext>
            </a:extLst>
          </p:cNvPr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FE3BBF-BDF3-4082-396C-FE3D04C7A927}"/>
              </a:ext>
            </a:extLst>
          </p:cNvPr>
          <p:cNvGrpSpPr/>
          <p:nvPr/>
        </p:nvGrpSpPr>
        <p:grpSpPr>
          <a:xfrm>
            <a:off x="475624" y="571425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4" name="Freeform 84">
              <a:extLst>
                <a:ext uri="{FF2B5EF4-FFF2-40B4-BE49-F238E27FC236}">
                  <a16:creationId xmlns:a16="http://schemas.microsoft.com/office/drawing/2014/main" id="{DAB512C4-7A24-3042-3DFA-BA8580362893}"/>
                </a:ext>
              </a:extLst>
            </p:cNvPr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85">
              <a:extLst>
                <a:ext uri="{FF2B5EF4-FFF2-40B4-BE49-F238E27FC236}">
                  <a16:creationId xmlns:a16="http://schemas.microsoft.com/office/drawing/2014/main" id="{DFDE2D80-B09F-EB37-80E0-101C39FB4CFE}"/>
                </a:ext>
              </a:extLst>
            </p:cNvPr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86">
              <a:extLst>
                <a:ext uri="{FF2B5EF4-FFF2-40B4-BE49-F238E27FC236}">
                  <a16:creationId xmlns:a16="http://schemas.microsoft.com/office/drawing/2014/main" id="{E731CAF9-EB0A-67BC-D069-DFFC815EC422}"/>
                </a:ext>
              </a:extLst>
            </p:cNvPr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7">
              <a:extLst>
                <a:ext uri="{FF2B5EF4-FFF2-40B4-BE49-F238E27FC236}">
                  <a16:creationId xmlns:a16="http://schemas.microsoft.com/office/drawing/2014/main" id="{EC919A36-298D-0EAF-99AF-19FCF0901453}"/>
                </a:ext>
              </a:extLst>
            </p:cNvPr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88">
              <a:extLst>
                <a:ext uri="{FF2B5EF4-FFF2-40B4-BE49-F238E27FC236}">
                  <a16:creationId xmlns:a16="http://schemas.microsoft.com/office/drawing/2014/main" id="{B8B39081-0A5B-C54C-8C69-2C57EEEE62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89">
              <a:extLst>
                <a:ext uri="{FF2B5EF4-FFF2-40B4-BE49-F238E27FC236}">
                  <a16:creationId xmlns:a16="http://schemas.microsoft.com/office/drawing/2014/main" id="{9DF4969A-D30F-9338-4169-26164CD99AA7}"/>
                </a:ext>
              </a:extLst>
            </p:cNvPr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90">
              <a:extLst>
                <a:ext uri="{FF2B5EF4-FFF2-40B4-BE49-F238E27FC236}">
                  <a16:creationId xmlns:a16="http://schemas.microsoft.com/office/drawing/2014/main" id="{082EA089-E1C9-B33C-D867-947C33A924B9}"/>
                </a:ext>
              </a:extLst>
            </p:cNvPr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4" name="文本框 11">
            <a:extLst>
              <a:ext uri="{FF2B5EF4-FFF2-40B4-BE49-F238E27FC236}">
                <a16:creationId xmlns:a16="http://schemas.microsoft.com/office/drawing/2014/main" id="{2ADCAB9E-4DB4-7C78-DAD5-940B3F740253}"/>
              </a:ext>
            </a:extLst>
          </p:cNvPr>
          <p:cNvSpPr txBox="1"/>
          <p:nvPr/>
        </p:nvSpPr>
        <p:spPr>
          <a:xfrm>
            <a:off x="1738313" y="588963"/>
            <a:ext cx="2492990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总结与展望</a:t>
            </a:r>
          </a:p>
        </p:txBody>
      </p:sp>
      <p:pic>
        <p:nvPicPr>
          <p:cNvPr id="25" name="Picture 13" descr="D:\高校PPT模板\4西安交通大学PPT模板\校徽校名\校徽白色亮.png校徽白色亮">
            <a:extLst>
              <a:ext uri="{FF2B5EF4-FFF2-40B4-BE49-F238E27FC236}">
                <a16:creationId xmlns:a16="http://schemas.microsoft.com/office/drawing/2014/main" id="{A82AA519-8792-1F5D-9EE4-515683E2DD2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22238" y="476251"/>
            <a:ext cx="895350" cy="876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文本框 62"/>
          <p:cNvSpPr txBox="1"/>
          <p:nvPr/>
        </p:nvSpPr>
        <p:spPr>
          <a:xfrm>
            <a:off x="1908175" y="2633663"/>
            <a:ext cx="9355138" cy="11080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6600" b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展示完毕  感谢您的聆听 </a:t>
            </a:r>
          </a:p>
        </p:txBody>
      </p:sp>
      <p:grpSp>
        <p:nvGrpSpPr>
          <p:cNvPr id="25605" name="组合 1026"/>
          <p:cNvGrpSpPr/>
          <p:nvPr/>
        </p:nvGrpSpPr>
        <p:grpSpPr>
          <a:xfrm>
            <a:off x="2095500" y="3898900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5608" name="组合 1025"/>
          <p:cNvGrpSpPr/>
          <p:nvPr/>
        </p:nvGrpSpPr>
        <p:grpSpPr>
          <a:xfrm>
            <a:off x="4624388" y="3898900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11" name="文本框 1027"/>
          <p:cNvSpPr txBox="1"/>
          <p:nvPr/>
        </p:nvSpPr>
        <p:spPr>
          <a:xfrm>
            <a:off x="2411413" y="3846513"/>
            <a:ext cx="189026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信息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2301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25612" name="文本框 112"/>
          <p:cNvSpPr txBox="1"/>
          <p:nvPr/>
        </p:nvSpPr>
        <p:spPr>
          <a:xfrm>
            <a:off x="4940300" y="3846513"/>
            <a:ext cx="3147015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/>
              <a:t>敖凯航 杜斯博 王启舟 张玉峰</a:t>
            </a:r>
          </a:p>
        </p:txBody>
      </p:sp>
      <p:sp>
        <p:nvSpPr>
          <p:cNvPr id="1068" name="矩形 1067"/>
          <p:cNvSpPr/>
          <p:nvPr/>
        </p:nvSpPr>
        <p:spPr>
          <a:xfrm>
            <a:off x="1466850" y="2439988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69" name="矩形 1068"/>
          <p:cNvSpPr/>
          <p:nvPr/>
        </p:nvSpPr>
        <p:spPr>
          <a:xfrm>
            <a:off x="10906125" y="4237038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0637838" y="4008438"/>
            <a:ext cx="474663" cy="474663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308100" y="2233613"/>
            <a:ext cx="474663" cy="474663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460500" y="2386013"/>
            <a:ext cx="474663" cy="474663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图片 2" descr="校徽校名白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" y="498475"/>
            <a:ext cx="3105785" cy="8318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04115313"/>
  <p:tag name="MH_LIBRARY" val="GRAPHIC"/>
  <p:tag name="MH_TYPE" val="Other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04115313"/>
  <p:tag name="MH_LIBRARY" val="GRAPHIC"/>
  <p:tag name="MH_TYPE" val="Other"/>
  <p:tag name="MH_ORDER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04115313"/>
  <p:tag name="MH_LIBRARY" val="GRAPHIC"/>
  <p:tag name="MH_TYPE" val="Other"/>
  <p:tag name="MH_ORDER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04115313"/>
  <p:tag name="MH_LIBRARY" val="GRAPHIC"/>
  <p:tag name="MH_TYPE" val="Other"/>
  <p:tag name="MH_ORDER" val="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SubTitle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SubTitle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SubTitle"/>
  <p:tag name="MH_ORDER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SubTitle"/>
  <p:tag name="MH_ORDER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SubTitle"/>
  <p:tag name="MH_ORDER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Other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Other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Other"/>
  <p:tag name="MH_ORD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Other"/>
  <p:tag name="MH_ORDER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Other"/>
  <p:tag name="MH_ORDER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28104613"/>
  <p:tag name="MH_LIBRARY" val="GRAPHIC"/>
  <p:tag name="MH_TYPE" val="Other"/>
  <p:tag name="MH_ORDER" val="6"/>
</p:tagLst>
</file>

<file path=ppt/theme/theme1.xml><?xml version="1.0" encoding="utf-8"?>
<a:theme xmlns:a="http://schemas.openxmlformats.org/drawingml/2006/main" name="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1063</Words>
  <Application>Microsoft Office PowerPoint</Application>
  <PresentationFormat>宽屏</PresentationFormat>
  <Paragraphs>131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Clear Sans</vt:lpstr>
      <vt:lpstr>等线</vt:lpstr>
      <vt:lpstr>宋体</vt:lpstr>
      <vt:lpstr>微软雅黑</vt:lpstr>
      <vt:lpstr>造字工房悦黑体验版纤细体</vt:lpstr>
      <vt:lpstr>Arial</vt:lpstr>
      <vt:lpstr>Calibri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子 舟</cp:lastModifiedBy>
  <cp:revision>13</cp:revision>
  <dcterms:created xsi:type="dcterms:W3CDTF">2016-01-15T03:19:00Z</dcterms:created>
  <dcterms:modified xsi:type="dcterms:W3CDTF">2025-11-27T16:00:28Z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00A9F241BA2C4520862AC44366062DB0</vt:lpwstr>
  </property>
</Properties>
</file>