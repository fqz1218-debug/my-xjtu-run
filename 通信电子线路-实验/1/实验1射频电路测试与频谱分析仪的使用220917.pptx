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7" r:id="rId2"/>
    <p:sldMasterId id="2147484119" r:id="rId3"/>
  </p:sldMasterIdLst>
  <p:notesMasterIdLst>
    <p:notesMasterId r:id="rId16"/>
  </p:notesMasterIdLst>
  <p:sldIdLst>
    <p:sldId id="256" r:id="rId4"/>
    <p:sldId id="541" r:id="rId5"/>
    <p:sldId id="462" r:id="rId6"/>
    <p:sldId id="1097" r:id="rId7"/>
    <p:sldId id="1116" r:id="rId8"/>
    <p:sldId id="1122" r:id="rId9"/>
    <p:sldId id="1123" r:id="rId10"/>
    <p:sldId id="1117" r:id="rId11"/>
    <p:sldId id="1124" r:id="rId12"/>
    <p:sldId id="1115" r:id="rId13"/>
    <p:sldId id="1121" r:id="rId14"/>
    <p:sldId id="393" r:id="rId1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FF9933"/>
    <a:srgbClr val="FF66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43" autoAdjust="0"/>
    <p:restoredTop sz="94660" autoAdjust="0"/>
  </p:normalViewPr>
  <p:slideViewPr>
    <p:cSldViewPr>
      <p:cViewPr varScale="1">
        <p:scale>
          <a:sx n="121" d="100"/>
          <a:sy n="121" d="100"/>
        </p:scale>
        <p:origin x="1709"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EBD63B1-54D7-F020-DF5B-563975016DF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atin typeface="Arial" panose="020B0604020202020204" pitchFamily="34" charset="0"/>
              </a:defRPr>
            </a:lvl1pPr>
          </a:lstStyle>
          <a:p>
            <a:pPr>
              <a:defRPr/>
            </a:pPr>
            <a:endParaRPr lang="zh-CN" altLang="en-US"/>
          </a:p>
        </p:txBody>
      </p:sp>
      <p:sp>
        <p:nvSpPr>
          <p:cNvPr id="3" name="日期占位符 2">
            <a:extLst>
              <a:ext uri="{FF2B5EF4-FFF2-40B4-BE49-F238E27FC236}">
                <a16:creationId xmlns:a16="http://schemas.microsoft.com/office/drawing/2014/main" id="{4A2C8929-5444-ED12-3527-FD2F1A9F8A7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atin typeface="Arial" panose="020B0604020202020204" pitchFamily="34" charset="0"/>
              </a:defRPr>
            </a:lvl1pPr>
          </a:lstStyle>
          <a:p>
            <a:pPr>
              <a:defRPr/>
            </a:pPr>
            <a:endParaRPr lang="zh-CN" altLang="en-US"/>
          </a:p>
        </p:txBody>
      </p:sp>
      <p:sp>
        <p:nvSpPr>
          <p:cNvPr id="4" name="幻灯片图像占位符 3">
            <a:extLst>
              <a:ext uri="{FF2B5EF4-FFF2-40B4-BE49-F238E27FC236}">
                <a16:creationId xmlns:a16="http://schemas.microsoft.com/office/drawing/2014/main" id="{D3ED3E09-3EB1-AD23-D658-CB0350294B6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4819536-2B7E-C945-94D3-FE6E4C23BE1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1EB08427-E48F-98A4-1765-6A657561D39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atin typeface="Arial" panose="020B0604020202020204" pitchFamily="34" charset="0"/>
              </a:defRPr>
            </a:lvl1pPr>
          </a:lstStyle>
          <a:p>
            <a:pPr>
              <a:defRPr/>
            </a:pPr>
            <a:endParaRPr lang="zh-CN" altLang="en-US"/>
          </a:p>
        </p:txBody>
      </p:sp>
      <p:sp>
        <p:nvSpPr>
          <p:cNvPr id="7" name="灯片编号占位符 6">
            <a:extLst>
              <a:ext uri="{FF2B5EF4-FFF2-40B4-BE49-F238E27FC236}">
                <a16:creationId xmlns:a16="http://schemas.microsoft.com/office/drawing/2014/main" id="{51D6DF02-01C4-679F-5E92-93F64E83C43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smtClean="0"/>
            </a:lvl1pPr>
          </a:lstStyle>
          <a:p>
            <a:pPr>
              <a:defRPr/>
            </a:pPr>
            <a:fld id="{E8D003FF-ABC6-4608-879E-66CDC68FEF8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B1650EAA-5C96-A79E-9F9D-DF16305481B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a:extLst>
              <a:ext uri="{FF2B5EF4-FFF2-40B4-BE49-F238E27FC236}">
                <a16:creationId xmlns:a16="http://schemas.microsoft.com/office/drawing/2014/main" id="{453CA1BA-4764-5924-4075-A2A2C6685A9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1268" name="灯片编号占位符 3">
            <a:extLst>
              <a:ext uri="{FF2B5EF4-FFF2-40B4-BE49-F238E27FC236}">
                <a16:creationId xmlns:a16="http://schemas.microsoft.com/office/drawing/2014/main" id="{C45BC5EF-6882-D60E-4FA9-F4CC68305B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2DD3971-506D-4475-B6E7-14FF9BA73B6B}" type="slidenum">
              <a:rPr lang="zh-CN" altLang="en-US"/>
              <a:pPr/>
              <a:t>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7859AA02-1DA5-571F-A14F-7A441A7562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a:extLst>
              <a:ext uri="{FF2B5EF4-FFF2-40B4-BE49-F238E27FC236}">
                <a16:creationId xmlns:a16="http://schemas.microsoft.com/office/drawing/2014/main" id="{6F918EB3-D969-85C2-5C93-C8567F38B98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3316" name="灯片编号占位符 3">
            <a:extLst>
              <a:ext uri="{FF2B5EF4-FFF2-40B4-BE49-F238E27FC236}">
                <a16:creationId xmlns:a16="http://schemas.microsoft.com/office/drawing/2014/main" id="{21F6DC33-EECB-FC9B-5073-14525A757BD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5B9B7C-7737-4323-ADB5-D607E4585D0A}" type="slidenum">
              <a:rPr lang="zh-CN" altLang="en-US"/>
              <a:pPr/>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4982578-B7E3-E954-1270-BB4C3E2CE6D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69CDDAD1-5EB3-12A1-E748-8C83F4F06A7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5364" name="灯片编号占位符 3">
            <a:extLst>
              <a:ext uri="{FF2B5EF4-FFF2-40B4-BE49-F238E27FC236}">
                <a16:creationId xmlns:a16="http://schemas.microsoft.com/office/drawing/2014/main" id="{1D7FA8B7-F88A-FC7C-0528-F677E8E85CF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3EE943-BE68-4095-B3E5-084D9E2234A7}" type="slidenum">
              <a:rPr lang="zh-CN" altLang="en-US"/>
              <a:pPr/>
              <a:t>5</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89D6A5CF-A021-F11B-FFE7-7D73B34D183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55C8A84A-4527-0157-B0EB-003E7688C60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7412" name="灯片编号占位符 3">
            <a:extLst>
              <a:ext uri="{FF2B5EF4-FFF2-40B4-BE49-F238E27FC236}">
                <a16:creationId xmlns:a16="http://schemas.microsoft.com/office/drawing/2014/main" id="{0461EDAE-3107-BF82-118F-7E57810235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FA430B0-2E3B-4B32-8B06-E51E4FFF5A1F}" type="slidenum">
              <a:rPr lang="zh-CN" altLang="en-US"/>
              <a:pPr/>
              <a:t>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28F70097-640E-6A35-E501-EAFD9EB875C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B691B617-02A7-277D-CD28-3C2ADCAB01A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9460" name="灯片编号占位符 3">
            <a:extLst>
              <a:ext uri="{FF2B5EF4-FFF2-40B4-BE49-F238E27FC236}">
                <a16:creationId xmlns:a16="http://schemas.microsoft.com/office/drawing/2014/main" id="{559217F8-21A5-C601-4B6F-E8B828120E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DC85589-2A71-4983-B8A6-97DA23D1608D}" type="slidenum">
              <a:rPr lang="zh-CN" altLang="en-US"/>
              <a:pPr/>
              <a:t>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E43A2A4B-0DB5-6AF4-999C-9650F9B67C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2651EC2B-C02E-8F99-711C-0B00D4F464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1508" name="灯片编号占位符 3">
            <a:extLst>
              <a:ext uri="{FF2B5EF4-FFF2-40B4-BE49-F238E27FC236}">
                <a16:creationId xmlns:a16="http://schemas.microsoft.com/office/drawing/2014/main" id="{C2AFAC84-512C-0A59-D0A2-0B6D4837250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9B9A8AF-0B89-45E3-93F3-9A7B5FF055C8}" type="slidenum">
              <a:rPr lang="zh-CN" altLang="en-US"/>
              <a:pPr/>
              <a:t>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6BA3EB97-1787-C274-17E2-DCBE9E859CC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BEFE83C7-E370-2DA2-DDBE-36CCE94763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3556" name="灯片编号占位符 3">
            <a:extLst>
              <a:ext uri="{FF2B5EF4-FFF2-40B4-BE49-F238E27FC236}">
                <a16:creationId xmlns:a16="http://schemas.microsoft.com/office/drawing/2014/main" id="{013FFCB6-C531-5D6A-C9AC-AA6CB6783EF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6ACB10A-A52E-4D39-97A8-377740F3DDF0}" type="slidenum">
              <a:rPr lang="zh-CN" altLang="en-US"/>
              <a:pPr/>
              <a:t>9</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1AF9D2ED-48FF-CC17-3F14-5D276EEA976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8A746C8E-B2B1-C3DC-814F-98AF192BA6C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5604" name="灯片编号占位符 3">
            <a:extLst>
              <a:ext uri="{FF2B5EF4-FFF2-40B4-BE49-F238E27FC236}">
                <a16:creationId xmlns:a16="http://schemas.microsoft.com/office/drawing/2014/main" id="{D27984EB-91A8-4289-6479-F66B260B1E2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378C25-E657-43DC-A699-5DD65BA39E52}" type="slidenum">
              <a:rPr lang="zh-CN" altLang="en-US"/>
              <a:pPr/>
              <a:t>10</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2C2A8AE3-C2FB-A7CC-ABAD-E5DE320838C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a:extLst>
              <a:ext uri="{FF2B5EF4-FFF2-40B4-BE49-F238E27FC236}">
                <a16:creationId xmlns:a16="http://schemas.microsoft.com/office/drawing/2014/main" id="{55A8CCFB-4DD0-5AC6-0BBA-B6972228C90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7652" name="灯片编号占位符 3">
            <a:extLst>
              <a:ext uri="{FF2B5EF4-FFF2-40B4-BE49-F238E27FC236}">
                <a16:creationId xmlns:a16="http://schemas.microsoft.com/office/drawing/2014/main" id="{2136CCA0-138B-3B28-1756-E7B06368C41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87443D7-4AAE-471D-A965-2CF71F4A0CBB}" type="slidenum">
              <a:rPr lang="zh-CN" altLang="en-US"/>
              <a:pPr/>
              <a:t>11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16">
            <a:extLst>
              <a:ext uri="{FF2B5EF4-FFF2-40B4-BE49-F238E27FC236}">
                <a16:creationId xmlns:a16="http://schemas.microsoft.com/office/drawing/2014/main" id="{15D18498-18D9-7DB8-0C62-666047D5E937}"/>
              </a:ext>
            </a:extLst>
          </p:cNvPr>
          <p:cNvGrpSpPr>
            <a:grpSpLocks/>
          </p:cNvGrpSpPr>
          <p:nvPr/>
        </p:nvGrpSpPr>
        <p:grpSpPr bwMode="auto">
          <a:xfrm>
            <a:off x="0" y="5791200"/>
            <a:ext cx="9144000" cy="1066800"/>
            <a:chOff x="0" y="3648"/>
            <a:chExt cx="5760" cy="672"/>
          </a:xfrm>
        </p:grpSpPr>
        <p:sp>
          <p:nvSpPr>
            <p:cNvPr id="3" name="Line 17">
              <a:extLst>
                <a:ext uri="{FF2B5EF4-FFF2-40B4-BE49-F238E27FC236}">
                  <a16:creationId xmlns:a16="http://schemas.microsoft.com/office/drawing/2014/main" id="{E76A2428-AB56-C602-C756-8A2525EAA15B}"/>
                </a:ext>
              </a:extLst>
            </p:cNvPr>
            <p:cNvSpPr>
              <a:spLocks noChangeShapeType="1"/>
            </p:cNvSpPr>
            <p:nvPr/>
          </p:nvSpPr>
          <p:spPr bwMode="auto">
            <a:xfrm>
              <a:off x="0" y="4320"/>
              <a:ext cx="576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 name="Picture 18" descr="84">
              <a:extLst>
                <a:ext uri="{FF2B5EF4-FFF2-40B4-BE49-F238E27FC236}">
                  <a16:creationId xmlns:a16="http://schemas.microsoft.com/office/drawing/2014/main" id="{1349FB29-1F05-FE30-9A69-9645CC715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9">
              <a:extLst>
                <a:ext uri="{FF2B5EF4-FFF2-40B4-BE49-F238E27FC236}">
                  <a16:creationId xmlns:a16="http://schemas.microsoft.com/office/drawing/2014/main" id="{C1F155A1-F986-CE9F-EC53-0A43FD2B3FB5}"/>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20" descr="84">
              <a:extLst>
                <a:ext uri="{FF2B5EF4-FFF2-40B4-BE49-F238E27FC236}">
                  <a16:creationId xmlns:a16="http://schemas.microsoft.com/office/drawing/2014/main" id="{CF8B2F74-F7E2-E50A-A906-CE94C2B3E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21">
              <a:extLst>
                <a:ext uri="{FF2B5EF4-FFF2-40B4-BE49-F238E27FC236}">
                  <a16:creationId xmlns:a16="http://schemas.microsoft.com/office/drawing/2014/main" id="{31274ABB-82BF-27D5-FA85-8873225965C9}"/>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 name="Picture 22" descr="84">
              <a:extLst>
                <a:ext uri="{FF2B5EF4-FFF2-40B4-BE49-F238E27FC236}">
                  <a16:creationId xmlns:a16="http://schemas.microsoft.com/office/drawing/2014/main" id="{5F66BA84-68F8-172F-9613-0741F90077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23">
              <a:extLst>
                <a:ext uri="{FF2B5EF4-FFF2-40B4-BE49-F238E27FC236}">
                  <a16:creationId xmlns:a16="http://schemas.microsoft.com/office/drawing/2014/main" id="{B3DE9742-522A-22D3-387B-4D5A5E379A0E}"/>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4">
            <a:extLst>
              <a:ext uri="{FF2B5EF4-FFF2-40B4-BE49-F238E27FC236}">
                <a16:creationId xmlns:a16="http://schemas.microsoft.com/office/drawing/2014/main" id="{934E6284-011F-BBC3-6C93-42B5A5A89BE6}"/>
              </a:ext>
            </a:extLst>
          </p:cNvPr>
          <p:cNvGrpSpPr>
            <a:grpSpLocks/>
          </p:cNvGrpSpPr>
          <p:nvPr/>
        </p:nvGrpSpPr>
        <p:grpSpPr bwMode="auto">
          <a:xfrm>
            <a:off x="0" y="0"/>
            <a:ext cx="9144000" cy="1196975"/>
            <a:chOff x="612" y="300"/>
            <a:chExt cx="3811" cy="510"/>
          </a:xfrm>
        </p:grpSpPr>
        <p:pic>
          <p:nvPicPr>
            <p:cNvPr id="11" name="Picture 25" descr="1">
              <a:extLst>
                <a:ext uri="{FF2B5EF4-FFF2-40B4-BE49-F238E27FC236}">
                  <a16:creationId xmlns:a16="http://schemas.microsoft.com/office/drawing/2014/main" id="{71315873-F55C-F554-3269-3FF82CD5174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12" y="300"/>
              <a:ext cx="204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6" descr="2">
              <a:extLst>
                <a:ext uri="{FF2B5EF4-FFF2-40B4-BE49-F238E27FC236}">
                  <a16:creationId xmlns:a16="http://schemas.microsoft.com/office/drawing/2014/main" id="{783DBFAC-5611-0A05-EA82-045D2F9DE09D}"/>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53" y="300"/>
              <a:ext cx="177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2" name="Rectangle 2"/>
          <p:cNvSpPr>
            <a:spLocks noGrp="1" noChangeArrowheads="1"/>
          </p:cNvSpPr>
          <p:nvPr>
            <p:ph type="ctrTitle"/>
          </p:nvPr>
        </p:nvSpPr>
        <p:spPr>
          <a:xfrm>
            <a:off x="685800" y="2130425"/>
            <a:ext cx="7772400" cy="1470025"/>
          </a:xfrm>
        </p:spPr>
        <p:txBody>
          <a:bodyPr/>
          <a:lstStyle>
            <a:lvl1pPr>
              <a:defRPr/>
            </a:lvl1pPr>
          </a:lstStyle>
          <a:p>
            <a:r>
              <a:rPr lang="zh-CN" altLang="en-US" noProof="1"/>
              <a:t>单击此处编辑母版标题样式</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noProof="1"/>
              <a:t>单击此处编辑母版副标题样式</a:t>
            </a:r>
          </a:p>
        </p:txBody>
      </p:sp>
      <p:sp>
        <p:nvSpPr>
          <p:cNvPr id="13" name="Rectangle 4">
            <a:extLst>
              <a:ext uri="{FF2B5EF4-FFF2-40B4-BE49-F238E27FC236}">
                <a16:creationId xmlns:a16="http://schemas.microsoft.com/office/drawing/2014/main" id="{CBD59164-0965-D44A-5CE1-7A937EC23C03}"/>
              </a:ext>
            </a:extLst>
          </p:cNvPr>
          <p:cNvSpPr>
            <a:spLocks noGrp="1" noChangeArrowheads="1"/>
          </p:cNvSpPr>
          <p:nvPr>
            <p:ph type="dt" sz="half" idx="10"/>
          </p:nvPr>
        </p:nvSpPr>
        <p:spPr>
          <a:xfrm>
            <a:off x="457200" y="6453188"/>
            <a:ext cx="2133600" cy="288925"/>
          </a:xfrm>
        </p:spPr>
        <p:txBody>
          <a:bodyPr/>
          <a:lstStyle>
            <a:lvl1pPr>
              <a:defRPr/>
            </a:lvl1pPr>
          </a:lstStyle>
          <a:p>
            <a:pPr>
              <a:defRPr/>
            </a:pPr>
            <a:endParaRPr lang="en-US" altLang="zh-CN"/>
          </a:p>
        </p:txBody>
      </p:sp>
      <p:sp>
        <p:nvSpPr>
          <p:cNvPr id="14" name="Rectangle 6">
            <a:extLst>
              <a:ext uri="{FF2B5EF4-FFF2-40B4-BE49-F238E27FC236}">
                <a16:creationId xmlns:a16="http://schemas.microsoft.com/office/drawing/2014/main" id="{9BB69A0E-56FA-8939-C96E-8CF2636473CA}"/>
              </a:ext>
            </a:extLst>
          </p:cNvPr>
          <p:cNvSpPr>
            <a:spLocks noGrp="1" noChangeArrowheads="1"/>
          </p:cNvSpPr>
          <p:nvPr>
            <p:ph type="sldNum" sz="quarter" idx="11"/>
          </p:nvPr>
        </p:nvSpPr>
        <p:spPr>
          <a:xfrm>
            <a:off x="4284663" y="6453188"/>
            <a:ext cx="2133600" cy="268287"/>
          </a:xfrm>
        </p:spPr>
        <p:txBody>
          <a:bodyPr/>
          <a:lstStyle>
            <a:lvl1pPr>
              <a:defRPr smtClean="0"/>
            </a:lvl1pPr>
          </a:lstStyle>
          <a:p>
            <a:pPr>
              <a:defRPr/>
            </a:pPr>
            <a:fld id="{90AABA8D-E435-4B82-82A2-A0A9E02E9440}" type="slidenum">
              <a:rPr lang="en-US" altLang="zh-CN"/>
              <a:pPr>
                <a:defRPr/>
              </a:pPr>
              <a:t>‹#›</a:t>
            </a:fld>
            <a:endParaRPr lang="en-US" altLang="zh-CN"/>
          </a:p>
        </p:txBody>
      </p:sp>
    </p:spTree>
    <p:extLst>
      <p:ext uri="{BB962C8B-B14F-4D97-AF65-F5344CB8AC3E}">
        <p14:creationId xmlns:p14="http://schemas.microsoft.com/office/powerpoint/2010/main" val="378839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F3FA886B-DD9A-B6BD-11AF-D2E28BEBCAA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9AD87E8-A651-D5CE-BF26-7E6EF17AA6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057B104-DC3C-98EC-8009-4F460E9AA49A}"/>
              </a:ext>
            </a:extLst>
          </p:cNvPr>
          <p:cNvSpPr>
            <a:spLocks noGrp="1" noChangeArrowheads="1"/>
          </p:cNvSpPr>
          <p:nvPr>
            <p:ph type="sldNum" sz="quarter" idx="12"/>
          </p:nvPr>
        </p:nvSpPr>
        <p:spPr>
          <a:ln/>
        </p:spPr>
        <p:txBody>
          <a:bodyPr/>
          <a:lstStyle>
            <a:lvl1pPr>
              <a:defRPr/>
            </a:lvl1pPr>
          </a:lstStyle>
          <a:p>
            <a:pPr>
              <a:defRPr/>
            </a:pPr>
            <a:fld id="{24AD4D36-64D3-46D8-9C3C-B2F34CB74871}" type="slidenum">
              <a:rPr lang="en-US" altLang="zh-CN"/>
              <a:pPr>
                <a:defRPr/>
              </a:pPr>
              <a:t>‹#›</a:t>
            </a:fld>
            <a:endParaRPr lang="en-US" altLang="zh-CN"/>
          </a:p>
        </p:txBody>
      </p:sp>
    </p:spTree>
    <p:extLst>
      <p:ext uri="{BB962C8B-B14F-4D97-AF65-F5344CB8AC3E}">
        <p14:creationId xmlns:p14="http://schemas.microsoft.com/office/powerpoint/2010/main" val="67083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72745726-0A12-8E8F-F669-9B2DAEBDB07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60927B3-2607-7C35-F245-05C3FEB67E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B8A614C-AC37-215F-4FF9-1DDEEF2FB673}"/>
              </a:ext>
            </a:extLst>
          </p:cNvPr>
          <p:cNvSpPr>
            <a:spLocks noGrp="1" noChangeArrowheads="1"/>
          </p:cNvSpPr>
          <p:nvPr>
            <p:ph type="sldNum" sz="quarter" idx="12"/>
          </p:nvPr>
        </p:nvSpPr>
        <p:spPr>
          <a:ln/>
        </p:spPr>
        <p:txBody>
          <a:bodyPr/>
          <a:lstStyle>
            <a:lvl1pPr>
              <a:defRPr/>
            </a:lvl1pPr>
          </a:lstStyle>
          <a:p>
            <a:pPr>
              <a:defRPr/>
            </a:pPr>
            <a:fld id="{62193BC9-93CE-4FC4-9865-F8A9DFD63C94}" type="slidenum">
              <a:rPr lang="en-US" altLang="zh-CN"/>
              <a:pPr>
                <a:defRPr/>
              </a:pPr>
              <a:t>‹#›</a:t>
            </a:fld>
            <a:endParaRPr lang="en-US" altLang="zh-CN"/>
          </a:p>
        </p:txBody>
      </p:sp>
    </p:spTree>
    <p:extLst>
      <p:ext uri="{BB962C8B-B14F-4D97-AF65-F5344CB8AC3E}">
        <p14:creationId xmlns:p14="http://schemas.microsoft.com/office/powerpoint/2010/main" val="212439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D77DDD39-8B7C-3A35-0521-19396D96830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2CA572A-8B54-EEB8-2D9B-88564EFDC4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CB5F56A-D912-8EB4-EEB3-45A0D1007CE2}"/>
              </a:ext>
            </a:extLst>
          </p:cNvPr>
          <p:cNvSpPr>
            <a:spLocks noGrp="1" noChangeArrowheads="1"/>
          </p:cNvSpPr>
          <p:nvPr>
            <p:ph type="sldNum" sz="quarter" idx="12"/>
          </p:nvPr>
        </p:nvSpPr>
        <p:spPr>
          <a:ln/>
        </p:spPr>
        <p:txBody>
          <a:bodyPr/>
          <a:lstStyle>
            <a:lvl1pPr>
              <a:defRPr/>
            </a:lvl1pPr>
          </a:lstStyle>
          <a:p>
            <a:pPr>
              <a:defRPr/>
            </a:pPr>
            <a:fld id="{4D04A576-9642-4DF9-88F3-14756A9EC844}" type="slidenum">
              <a:rPr lang="en-US" altLang="zh-CN"/>
              <a:pPr>
                <a:defRPr/>
              </a:pPr>
              <a:t>‹#›</a:t>
            </a:fld>
            <a:endParaRPr lang="en-US" altLang="zh-CN"/>
          </a:p>
        </p:txBody>
      </p:sp>
    </p:spTree>
    <p:extLst>
      <p:ext uri="{BB962C8B-B14F-4D97-AF65-F5344CB8AC3E}">
        <p14:creationId xmlns:p14="http://schemas.microsoft.com/office/powerpoint/2010/main" val="218815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13F2B985-294B-7F4E-BE71-BDC90B6AA11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A5E7F67-92EC-1E75-3B87-64A8A480CF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D91B9C12-A404-24CD-07D7-C5BB2CD01739}"/>
              </a:ext>
            </a:extLst>
          </p:cNvPr>
          <p:cNvSpPr>
            <a:spLocks noGrp="1" noChangeArrowheads="1"/>
          </p:cNvSpPr>
          <p:nvPr>
            <p:ph type="sldNum" sz="quarter" idx="12"/>
          </p:nvPr>
        </p:nvSpPr>
        <p:spPr>
          <a:ln/>
        </p:spPr>
        <p:txBody>
          <a:bodyPr/>
          <a:lstStyle>
            <a:lvl1pPr>
              <a:defRPr/>
            </a:lvl1pPr>
          </a:lstStyle>
          <a:p>
            <a:pPr>
              <a:defRPr/>
            </a:pPr>
            <a:fld id="{BBD6CFE0-8E53-42A8-BC59-1AD86D81BE1B}" type="slidenum">
              <a:rPr lang="en-US" altLang="zh-CN"/>
              <a:pPr>
                <a:defRPr/>
              </a:pPr>
              <a:t>‹#›</a:t>
            </a:fld>
            <a:endParaRPr lang="en-US" altLang="zh-CN"/>
          </a:p>
        </p:txBody>
      </p:sp>
    </p:spTree>
    <p:extLst>
      <p:ext uri="{BB962C8B-B14F-4D97-AF65-F5344CB8AC3E}">
        <p14:creationId xmlns:p14="http://schemas.microsoft.com/office/powerpoint/2010/main" val="532738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9E9BAEF2-B641-11E8-6E38-B4A4FDEB8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1B0395F-BA0E-E470-427F-E22CC33621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C635C2D-2177-7F65-F2BA-C625AD66F14F}"/>
              </a:ext>
            </a:extLst>
          </p:cNvPr>
          <p:cNvSpPr>
            <a:spLocks noGrp="1" noChangeArrowheads="1"/>
          </p:cNvSpPr>
          <p:nvPr>
            <p:ph type="sldNum" sz="quarter" idx="12"/>
          </p:nvPr>
        </p:nvSpPr>
        <p:spPr>
          <a:ln/>
        </p:spPr>
        <p:txBody>
          <a:bodyPr/>
          <a:lstStyle>
            <a:lvl1pPr>
              <a:defRPr/>
            </a:lvl1pPr>
          </a:lstStyle>
          <a:p>
            <a:pPr>
              <a:defRPr/>
            </a:pPr>
            <a:fld id="{A83739C0-7D3D-4845-BDC7-106AB47C20D6}" type="slidenum">
              <a:rPr lang="en-US" altLang="zh-CN"/>
              <a:pPr>
                <a:defRPr/>
              </a:pPr>
              <a:t>‹#›</a:t>
            </a:fld>
            <a:endParaRPr lang="en-US" altLang="zh-CN"/>
          </a:p>
        </p:txBody>
      </p:sp>
    </p:spTree>
    <p:extLst>
      <p:ext uri="{BB962C8B-B14F-4D97-AF65-F5344CB8AC3E}">
        <p14:creationId xmlns:p14="http://schemas.microsoft.com/office/powerpoint/2010/main" val="3601474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EA2D492-22C2-2F2B-4A5F-25A2EABDCD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84ABE33-B784-1EC3-8AF0-BD1C1E6B8A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41B1939-9205-1808-A33E-7F48D1E1623D}"/>
              </a:ext>
            </a:extLst>
          </p:cNvPr>
          <p:cNvSpPr>
            <a:spLocks noGrp="1" noChangeArrowheads="1"/>
          </p:cNvSpPr>
          <p:nvPr>
            <p:ph type="sldNum" sz="quarter" idx="12"/>
          </p:nvPr>
        </p:nvSpPr>
        <p:spPr>
          <a:ln/>
        </p:spPr>
        <p:txBody>
          <a:bodyPr/>
          <a:lstStyle>
            <a:lvl1pPr>
              <a:defRPr/>
            </a:lvl1pPr>
          </a:lstStyle>
          <a:p>
            <a:pPr>
              <a:defRPr/>
            </a:pPr>
            <a:fld id="{56ECE9E7-49E0-4B38-A704-47EB314AE590}" type="slidenum">
              <a:rPr lang="en-US" altLang="zh-CN"/>
              <a:pPr>
                <a:defRPr/>
              </a:pPr>
              <a:t>‹#›</a:t>
            </a:fld>
            <a:endParaRPr lang="en-US" altLang="zh-CN"/>
          </a:p>
        </p:txBody>
      </p:sp>
    </p:spTree>
    <p:extLst>
      <p:ext uri="{BB962C8B-B14F-4D97-AF65-F5344CB8AC3E}">
        <p14:creationId xmlns:p14="http://schemas.microsoft.com/office/powerpoint/2010/main" val="310530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AC089C82-45D5-AD59-51C1-C856DFC59C4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A9176BB-E421-B1D4-D2EE-548AA0736A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E433D3E-8D36-ABFF-8F8C-C25CDE3F6207}"/>
              </a:ext>
            </a:extLst>
          </p:cNvPr>
          <p:cNvSpPr>
            <a:spLocks noGrp="1" noChangeArrowheads="1"/>
          </p:cNvSpPr>
          <p:nvPr>
            <p:ph type="sldNum" sz="quarter" idx="12"/>
          </p:nvPr>
        </p:nvSpPr>
        <p:spPr>
          <a:ln/>
        </p:spPr>
        <p:txBody>
          <a:bodyPr/>
          <a:lstStyle>
            <a:lvl1pPr>
              <a:defRPr/>
            </a:lvl1pPr>
          </a:lstStyle>
          <a:p>
            <a:pPr>
              <a:defRPr/>
            </a:pPr>
            <a:fld id="{3FEB552C-8056-4CC4-B90A-08E174EC7464}" type="slidenum">
              <a:rPr lang="en-US" altLang="zh-CN"/>
              <a:pPr>
                <a:defRPr/>
              </a:pPr>
              <a:t>‹#›</a:t>
            </a:fld>
            <a:endParaRPr lang="en-US" altLang="zh-CN"/>
          </a:p>
        </p:txBody>
      </p:sp>
    </p:spTree>
    <p:extLst>
      <p:ext uri="{BB962C8B-B14F-4D97-AF65-F5344CB8AC3E}">
        <p14:creationId xmlns:p14="http://schemas.microsoft.com/office/powerpoint/2010/main" val="1415854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C2770E7A-EE1E-E1E0-94C7-C5537A6D85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C207319-E598-A94F-00F0-8159B4EE80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AC1071A-2C58-352B-CC0A-23B970FFB954}"/>
              </a:ext>
            </a:extLst>
          </p:cNvPr>
          <p:cNvSpPr>
            <a:spLocks noGrp="1" noChangeArrowheads="1"/>
          </p:cNvSpPr>
          <p:nvPr>
            <p:ph type="sldNum" sz="quarter" idx="12"/>
          </p:nvPr>
        </p:nvSpPr>
        <p:spPr>
          <a:ln/>
        </p:spPr>
        <p:txBody>
          <a:bodyPr/>
          <a:lstStyle>
            <a:lvl1pPr>
              <a:defRPr/>
            </a:lvl1pPr>
          </a:lstStyle>
          <a:p>
            <a:pPr>
              <a:defRPr/>
            </a:pPr>
            <a:fld id="{C8D63812-5C4B-4320-83FE-66FD5905E644}" type="slidenum">
              <a:rPr lang="en-US" altLang="zh-CN"/>
              <a:pPr>
                <a:defRPr/>
              </a:pPr>
              <a:t>‹#›</a:t>
            </a:fld>
            <a:endParaRPr lang="en-US" altLang="zh-CN"/>
          </a:p>
        </p:txBody>
      </p:sp>
    </p:spTree>
    <p:extLst>
      <p:ext uri="{BB962C8B-B14F-4D97-AF65-F5344CB8AC3E}">
        <p14:creationId xmlns:p14="http://schemas.microsoft.com/office/powerpoint/2010/main" val="4096306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102BAAF8-D23C-5BD4-16DF-6FD91FBA4D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F1E4D98-FD17-ED4B-8F99-A3AB876B4AA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0A2C79A-21C7-ECFC-63BE-4749C70A73F1}"/>
              </a:ext>
            </a:extLst>
          </p:cNvPr>
          <p:cNvSpPr>
            <a:spLocks noGrp="1" noChangeArrowheads="1"/>
          </p:cNvSpPr>
          <p:nvPr>
            <p:ph type="sldNum" sz="quarter" idx="12"/>
          </p:nvPr>
        </p:nvSpPr>
        <p:spPr>
          <a:ln/>
        </p:spPr>
        <p:txBody>
          <a:bodyPr/>
          <a:lstStyle>
            <a:lvl1pPr>
              <a:defRPr/>
            </a:lvl1pPr>
          </a:lstStyle>
          <a:p>
            <a:pPr>
              <a:defRPr/>
            </a:pPr>
            <a:fld id="{89BE22D0-4BC6-427D-9C4D-9AA42E11C58C}" type="slidenum">
              <a:rPr lang="en-US" altLang="zh-CN"/>
              <a:pPr>
                <a:defRPr/>
              </a:pPr>
              <a:t>‹#›</a:t>
            </a:fld>
            <a:endParaRPr lang="en-US" altLang="zh-CN"/>
          </a:p>
        </p:txBody>
      </p:sp>
    </p:spTree>
    <p:extLst>
      <p:ext uri="{BB962C8B-B14F-4D97-AF65-F5344CB8AC3E}">
        <p14:creationId xmlns:p14="http://schemas.microsoft.com/office/powerpoint/2010/main" val="74285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260350"/>
            <a:ext cx="2058988" cy="5865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60350"/>
            <a:ext cx="6029325" cy="5865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D0047027-4B41-795F-F693-2E1412AB4D1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5F46B61-A49E-4322-40C9-8774656C0F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A12B9DF-B7AA-5043-7459-BDA0D6EE327C}"/>
              </a:ext>
            </a:extLst>
          </p:cNvPr>
          <p:cNvSpPr>
            <a:spLocks noGrp="1" noChangeArrowheads="1"/>
          </p:cNvSpPr>
          <p:nvPr>
            <p:ph type="sldNum" sz="quarter" idx="12"/>
          </p:nvPr>
        </p:nvSpPr>
        <p:spPr>
          <a:ln/>
        </p:spPr>
        <p:txBody>
          <a:bodyPr/>
          <a:lstStyle>
            <a:lvl1pPr>
              <a:defRPr/>
            </a:lvl1pPr>
          </a:lstStyle>
          <a:p>
            <a:pPr>
              <a:defRPr/>
            </a:pPr>
            <a:fld id="{BE9FAF57-5ADC-4606-BC5C-0A8D28CB6F10}" type="slidenum">
              <a:rPr lang="en-US" altLang="zh-CN"/>
              <a:pPr>
                <a:defRPr/>
              </a:pPr>
              <a:t>‹#›</a:t>
            </a:fld>
            <a:endParaRPr lang="en-US" altLang="zh-CN"/>
          </a:p>
        </p:txBody>
      </p:sp>
    </p:spTree>
    <p:extLst>
      <p:ext uri="{BB962C8B-B14F-4D97-AF65-F5344CB8AC3E}">
        <p14:creationId xmlns:p14="http://schemas.microsoft.com/office/powerpoint/2010/main" val="2720300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16">
            <a:extLst>
              <a:ext uri="{FF2B5EF4-FFF2-40B4-BE49-F238E27FC236}">
                <a16:creationId xmlns:a16="http://schemas.microsoft.com/office/drawing/2014/main" id="{2266A203-6F39-2491-558A-9D83A7F22F95}"/>
              </a:ext>
            </a:extLst>
          </p:cNvPr>
          <p:cNvGrpSpPr>
            <a:grpSpLocks/>
          </p:cNvGrpSpPr>
          <p:nvPr/>
        </p:nvGrpSpPr>
        <p:grpSpPr bwMode="auto">
          <a:xfrm>
            <a:off x="0" y="5791200"/>
            <a:ext cx="9144000" cy="1066800"/>
            <a:chOff x="0" y="3648"/>
            <a:chExt cx="5760" cy="672"/>
          </a:xfrm>
        </p:grpSpPr>
        <p:sp>
          <p:nvSpPr>
            <p:cNvPr id="3" name="Line 17">
              <a:extLst>
                <a:ext uri="{FF2B5EF4-FFF2-40B4-BE49-F238E27FC236}">
                  <a16:creationId xmlns:a16="http://schemas.microsoft.com/office/drawing/2014/main" id="{B82A901F-054E-2975-D845-6B5DB6FE38B6}"/>
                </a:ext>
              </a:extLst>
            </p:cNvPr>
            <p:cNvSpPr>
              <a:spLocks noChangeShapeType="1"/>
            </p:cNvSpPr>
            <p:nvPr/>
          </p:nvSpPr>
          <p:spPr bwMode="auto">
            <a:xfrm>
              <a:off x="0" y="4320"/>
              <a:ext cx="576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 name="Picture 18" descr="84">
              <a:extLst>
                <a:ext uri="{FF2B5EF4-FFF2-40B4-BE49-F238E27FC236}">
                  <a16:creationId xmlns:a16="http://schemas.microsoft.com/office/drawing/2014/main" id="{57B0541F-4ACC-2AE0-4E5A-CAEB339FF6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9">
              <a:extLst>
                <a:ext uri="{FF2B5EF4-FFF2-40B4-BE49-F238E27FC236}">
                  <a16:creationId xmlns:a16="http://schemas.microsoft.com/office/drawing/2014/main" id="{49D0ED04-0A96-12E0-A046-847FBFADC414}"/>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20" descr="84">
              <a:extLst>
                <a:ext uri="{FF2B5EF4-FFF2-40B4-BE49-F238E27FC236}">
                  <a16:creationId xmlns:a16="http://schemas.microsoft.com/office/drawing/2014/main" id="{2668963E-E2DF-469B-2B85-FF42EAF36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21">
              <a:extLst>
                <a:ext uri="{FF2B5EF4-FFF2-40B4-BE49-F238E27FC236}">
                  <a16:creationId xmlns:a16="http://schemas.microsoft.com/office/drawing/2014/main" id="{733B4D8A-9F5F-A530-E547-AB7570B18D42}"/>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 name="Picture 22" descr="84">
              <a:extLst>
                <a:ext uri="{FF2B5EF4-FFF2-40B4-BE49-F238E27FC236}">
                  <a16:creationId xmlns:a16="http://schemas.microsoft.com/office/drawing/2014/main" id="{0794095E-CC36-304D-1C85-9E37409A74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23">
              <a:extLst>
                <a:ext uri="{FF2B5EF4-FFF2-40B4-BE49-F238E27FC236}">
                  <a16:creationId xmlns:a16="http://schemas.microsoft.com/office/drawing/2014/main" id="{934B2198-B023-55BF-4A1A-FD81C8169BFA}"/>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4">
            <a:extLst>
              <a:ext uri="{FF2B5EF4-FFF2-40B4-BE49-F238E27FC236}">
                <a16:creationId xmlns:a16="http://schemas.microsoft.com/office/drawing/2014/main" id="{3BC40DB3-2D9C-7D73-C970-96AA9C176BAF}"/>
              </a:ext>
            </a:extLst>
          </p:cNvPr>
          <p:cNvGrpSpPr>
            <a:grpSpLocks/>
          </p:cNvGrpSpPr>
          <p:nvPr/>
        </p:nvGrpSpPr>
        <p:grpSpPr bwMode="auto">
          <a:xfrm>
            <a:off x="0" y="0"/>
            <a:ext cx="9144000" cy="1196975"/>
            <a:chOff x="612" y="300"/>
            <a:chExt cx="3811" cy="510"/>
          </a:xfrm>
        </p:grpSpPr>
        <p:pic>
          <p:nvPicPr>
            <p:cNvPr id="11" name="Picture 25" descr="1">
              <a:extLst>
                <a:ext uri="{FF2B5EF4-FFF2-40B4-BE49-F238E27FC236}">
                  <a16:creationId xmlns:a16="http://schemas.microsoft.com/office/drawing/2014/main" id="{0D092BE7-C2ED-464E-33D3-D4ED034C7DD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12" y="300"/>
              <a:ext cx="204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6" descr="2">
              <a:extLst>
                <a:ext uri="{FF2B5EF4-FFF2-40B4-BE49-F238E27FC236}">
                  <a16:creationId xmlns:a16="http://schemas.microsoft.com/office/drawing/2014/main" id="{45CFE9BD-64F0-89D6-7139-CB645B1F6BC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53" y="300"/>
              <a:ext cx="177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2" name="Rectangle 2"/>
          <p:cNvSpPr>
            <a:spLocks noGrp="1" noChangeArrowheads="1"/>
          </p:cNvSpPr>
          <p:nvPr>
            <p:ph type="ctrTitle"/>
          </p:nvPr>
        </p:nvSpPr>
        <p:spPr>
          <a:xfrm>
            <a:off x="685800" y="2130425"/>
            <a:ext cx="7772400" cy="1470025"/>
          </a:xfrm>
        </p:spPr>
        <p:txBody>
          <a:bodyPr/>
          <a:lstStyle>
            <a:lvl1pPr>
              <a:defRPr/>
            </a:lvl1pPr>
          </a:lstStyle>
          <a:p>
            <a:r>
              <a:rPr lang="zh-CN" altLang="en-US" noProof="1"/>
              <a:t>单击此处编辑母版标题样式</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noProof="1"/>
              <a:t>单击此处编辑母版副标题样式</a:t>
            </a:r>
          </a:p>
        </p:txBody>
      </p:sp>
      <p:sp>
        <p:nvSpPr>
          <p:cNvPr id="13" name="Rectangle 4">
            <a:extLst>
              <a:ext uri="{FF2B5EF4-FFF2-40B4-BE49-F238E27FC236}">
                <a16:creationId xmlns:a16="http://schemas.microsoft.com/office/drawing/2014/main" id="{95E7D411-803A-5F23-5D0D-74D1A1FF1162}"/>
              </a:ext>
            </a:extLst>
          </p:cNvPr>
          <p:cNvSpPr>
            <a:spLocks noGrp="1" noChangeArrowheads="1"/>
          </p:cNvSpPr>
          <p:nvPr>
            <p:ph type="dt" sz="half" idx="10"/>
          </p:nvPr>
        </p:nvSpPr>
        <p:spPr>
          <a:xfrm>
            <a:off x="457200" y="6453188"/>
            <a:ext cx="2133600" cy="288925"/>
          </a:xfrm>
        </p:spPr>
        <p:txBody>
          <a:bodyPr/>
          <a:lstStyle>
            <a:lvl1pPr>
              <a:defRPr/>
            </a:lvl1pPr>
          </a:lstStyle>
          <a:p>
            <a:pPr>
              <a:defRPr/>
            </a:pPr>
            <a:endParaRPr lang="en-US" altLang="zh-CN"/>
          </a:p>
        </p:txBody>
      </p:sp>
      <p:sp>
        <p:nvSpPr>
          <p:cNvPr id="14" name="Rectangle 6">
            <a:extLst>
              <a:ext uri="{FF2B5EF4-FFF2-40B4-BE49-F238E27FC236}">
                <a16:creationId xmlns:a16="http://schemas.microsoft.com/office/drawing/2014/main" id="{560D8183-AE12-6838-FF9C-E77D993EF54C}"/>
              </a:ext>
            </a:extLst>
          </p:cNvPr>
          <p:cNvSpPr>
            <a:spLocks noGrp="1" noChangeArrowheads="1"/>
          </p:cNvSpPr>
          <p:nvPr>
            <p:ph type="sldNum" sz="quarter" idx="11"/>
          </p:nvPr>
        </p:nvSpPr>
        <p:spPr>
          <a:xfrm>
            <a:off x="4284663" y="6453188"/>
            <a:ext cx="2133600" cy="268287"/>
          </a:xfrm>
        </p:spPr>
        <p:txBody>
          <a:bodyPr/>
          <a:lstStyle>
            <a:lvl1pPr>
              <a:defRPr smtClean="0"/>
            </a:lvl1pPr>
          </a:lstStyle>
          <a:p>
            <a:pPr>
              <a:defRPr/>
            </a:pPr>
            <a:fld id="{90E2A92F-C6F8-4E5A-BCB7-9E4B41D2B821}" type="slidenum">
              <a:rPr lang="en-US" altLang="zh-CN"/>
              <a:pPr>
                <a:defRPr/>
              </a:pPr>
              <a:t>‹#›</a:t>
            </a:fld>
            <a:endParaRPr lang="en-US" altLang="zh-CN"/>
          </a:p>
        </p:txBody>
      </p:sp>
    </p:spTree>
    <p:extLst>
      <p:ext uri="{BB962C8B-B14F-4D97-AF65-F5344CB8AC3E}">
        <p14:creationId xmlns:p14="http://schemas.microsoft.com/office/powerpoint/2010/main" val="4177679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B07C5DF7-EBB1-1B44-70ED-8964E8AD693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62C338B-0381-8EAB-C431-28B5E941E4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2D5C113-F25D-D289-0113-7701D6F4FDFC}"/>
              </a:ext>
            </a:extLst>
          </p:cNvPr>
          <p:cNvSpPr>
            <a:spLocks noGrp="1" noChangeArrowheads="1"/>
          </p:cNvSpPr>
          <p:nvPr>
            <p:ph type="sldNum" sz="quarter" idx="12"/>
          </p:nvPr>
        </p:nvSpPr>
        <p:spPr>
          <a:ln/>
        </p:spPr>
        <p:txBody>
          <a:bodyPr/>
          <a:lstStyle>
            <a:lvl1pPr>
              <a:defRPr/>
            </a:lvl1pPr>
          </a:lstStyle>
          <a:p>
            <a:pPr>
              <a:defRPr/>
            </a:pPr>
            <a:fld id="{37D8B588-2D01-42EF-B359-B2270EFADF0F}" type="slidenum">
              <a:rPr lang="en-US" altLang="zh-CN"/>
              <a:pPr>
                <a:defRPr/>
              </a:pPr>
              <a:t>‹#›</a:t>
            </a:fld>
            <a:endParaRPr lang="en-US" altLang="zh-CN"/>
          </a:p>
        </p:txBody>
      </p:sp>
    </p:spTree>
    <p:extLst>
      <p:ext uri="{BB962C8B-B14F-4D97-AF65-F5344CB8AC3E}">
        <p14:creationId xmlns:p14="http://schemas.microsoft.com/office/powerpoint/2010/main" val="3375930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F6E9A3F3-53AD-331B-BEEE-1D55315F051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1A3D03A-6420-B534-2A67-DC4995E70BE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47838D0-1A02-0192-BF8F-ECBB746515EA}"/>
              </a:ext>
            </a:extLst>
          </p:cNvPr>
          <p:cNvSpPr>
            <a:spLocks noGrp="1" noChangeArrowheads="1"/>
          </p:cNvSpPr>
          <p:nvPr>
            <p:ph type="sldNum" sz="quarter" idx="12"/>
          </p:nvPr>
        </p:nvSpPr>
        <p:spPr>
          <a:ln/>
        </p:spPr>
        <p:txBody>
          <a:bodyPr/>
          <a:lstStyle>
            <a:lvl1pPr>
              <a:defRPr/>
            </a:lvl1pPr>
          </a:lstStyle>
          <a:p>
            <a:pPr>
              <a:defRPr/>
            </a:pPr>
            <a:fld id="{32237475-E765-4941-9196-531ABCBBCDD6}" type="slidenum">
              <a:rPr lang="en-US" altLang="zh-CN"/>
              <a:pPr>
                <a:defRPr/>
              </a:pPr>
              <a:t>‹#›</a:t>
            </a:fld>
            <a:endParaRPr lang="en-US" altLang="zh-CN"/>
          </a:p>
        </p:txBody>
      </p:sp>
    </p:spTree>
    <p:extLst>
      <p:ext uri="{BB962C8B-B14F-4D97-AF65-F5344CB8AC3E}">
        <p14:creationId xmlns:p14="http://schemas.microsoft.com/office/powerpoint/2010/main" val="2318795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DCFEBFAF-F5E0-2BC1-1034-75DBE3112C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6A02D4B-F0B1-24F5-B586-30762373A3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A944592-F25C-DDD3-B8D3-AC2C76C64C55}"/>
              </a:ext>
            </a:extLst>
          </p:cNvPr>
          <p:cNvSpPr>
            <a:spLocks noGrp="1" noChangeArrowheads="1"/>
          </p:cNvSpPr>
          <p:nvPr>
            <p:ph type="sldNum" sz="quarter" idx="12"/>
          </p:nvPr>
        </p:nvSpPr>
        <p:spPr>
          <a:ln/>
        </p:spPr>
        <p:txBody>
          <a:bodyPr/>
          <a:lstStyle>
            <a:lvl1pPr>
              <a:defRPr/>
            </a:lvl1pPr>
          </a:lstStyle>
          <a:p>
            <a:pPr>
              <a:defRPr/>
            </a:pPr>
            <a:fld id="{7DDFA511-318B-4415-9742-B579F6FCD200}" type="slidenum">
              <a:rPr lang="en-US" altLang="zh-CN"/>
              <a:pPr>
                <a:defRPr/>
              </a:pPr>
              <a:t>‹#›</a:t>
            </a:fld>
            <a:endParaRPr lang="en-US" altLang="zh-CN"/>
          </a:p>
        </p:txBody>
      </p:sp>
    </p:spTree>
    <p:extLst>
      <p:ext uri="{BB962C8B-B14F-4D97-AF65-F5344CB8AC3E}">
        <p14:creationId xmlns:p14="http://schemas.microsoft.com/office/powerpoint/2010/main" val="3583222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8ACE6980-83B9-EBB3-3469-EC34BE22F5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72C67AF-B72F-DB11-6151-13EFC47258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B90C0B13-1AC3-A351-F812-67E12240339F}"/>
              </a:ext>
            </a:extLst>
          </p:cNvPr>
          <p:cNvSpPr>
            <a:spLocks noGrp="1" noChangeArrowheads="1"/>
          </p:cNvSpPr>
          <p:nvPr>
            <p:ph type="sldNum" sz="quarter" idx="12"/>
          </p:nvPr>
        </p:nvSpPr>
        <p:spPr>
          <a:ln/>
        </p:spPr>
        <p:txBody>
          <a:bodyPr/>
          <a:lstStyle>
            <a:lvl1pPr>
              <a:defRPr/>
            </a:lvl1pPr>
          </a:lstStyle>
          <a:p>
            <a:pPr>
              <a:defRPr/>
            </a:pPr>
            <a:fld id="{544CFDAF-91E9-40F0-9D19-077B7917A23C}" type="slidenum">
              <a:rPr lang="en-US" altLang="zh-CN"/>
              <a:pPr>
                <a:defRPr/>
              </a:pPr>
              <a:t>‹#›</a:t>
            </a:fld>
            <a:endParaRPr lang="en-US" altLang="zh-CN"/>
          </a:p>
        </p:txBody>
      </p:sp>
    </p:spTree>
    <p:extLst>
      <p:ext uri="{BB962C8B-B14F-4D97-AF65-F5344CB8AC3E}">
        <p14:creationId xmlns:p14="http://schemas.microsoft.com/office/powerpoint/2010/main" val="398376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5BFA838D-140F-832A-E72C-44A42AA901E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58CEC8C-BF2B-2023-3C47-50391265C51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06478C1-0ECC-5217-CEC1-787E7337F47E}"/>
              </a:ext>
            </a:extLst>
          </p:cNvPr>
          <p:cNvSpPr>
            <a:spLocks noGrp="1" noChangeArrowheads="1"/>
          </p:cNvSpPr>
          <p:nvPr>
            <p:ph type="sldNum" sz="quarter" idx="12"/>
          </p:nvPr>
        </p:nvSpPr>
        <p:spPr>
          <a:ln/>
        </p:spPr>
        <p:txBody>
          <a:bodyPr/>
          <a:lstStyle>
            <a:lvl1pPr>
              <a:defRPr/>
            </a:lvl1pPr>
          </a:lstStyle>
          <a:p>
            <a:pPr>
              <a:defRPr/>
            </a:pPr>
            <a:fld id="{09F1DB00-A87F-4E55-BB6E-278DBF109FDC}" type="slidenum">
              <a:rPr lang="en-US" altLang="zh-CN"/>
              <a:pPr>
                <a:defRPr/>
              </a:pPr>
              <a:t>‹#›</a:t>
            </a:fld>
            <a:endParaRPr lang="en-US" altLang="zh-CN"/>
          </a:p>
        </p:txBody>
      </p:sp>
    </p:spTree>
    <p:extLst>
      <p:ext uri="{BB962C8B-B14F-4D97-AF65-F5344CB8AC3E}">
        <p14:creationId xmlns:p14="http://schemas.microsoft.com/office/powerpoint/2010/main" val="3306747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5A69F47-E8C4-4548-4465-C13DFC3C3D7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BF88ACB-3855-0C2A-59EC-347F5F6864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A590E1D-73E3-3912-DB4A-2DF3767D6B25}"/>
              </a:ext>
            </a:extLst>
          </p:cNvPr>
          <p:cNvSpPr>
            <a:spLocks noGrp="1" noChangeArrowheads="1"/>
          </p:cNvSpPr>
          <p:nvPr>
            <p:ph type="sldNum" sz="quarter" idx="12"/>
          </p:nvPr>
        </p:nvSpPr>
        <p:spPr>
          <a:ln/>
        </p:spPr>
        <p:txBody>
          <a:bodyPr/>
          <a:lstStyle>
            <a:lvl1pPr>
              <a:defRPr/>
            </a:lvl1pPr>
          </a:lstStyle>
          <a:p>
            <a:pPr>
              <a:defRPr/>
            </a:pPr>
            <a:fld id="{511F3243-1DF0-4191-B09D-CD690AF4E10A}" type="slidenum">
              <a:rPr lang="en-US" altLang="zh-CN"/>
              <a:pPr>
                <a:defRPr/>
              </a:pPr>
              <a:t>‹#›</a:t>
            </a:fld>
            <a:endParaRPr lang="en-US" altLang="zh-CN"/>
          </a:p>
        </p:txBody>
      </p:sp>
    </p:spTree>
    <p:extLst>
      <p:ext uri="{BB962C8B-B14F-4D97-AF65-F5344CB8AC3E}">
        <p14:creationId xmlns:p14="http://schemas.microsoft.com/office/powerpoint/2010/main" val="2748335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BD0D6110-13A7-1F9A-FDF6-BE5724715F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4F88394-51C8-779B-4EBC-009779B93FF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D858ED6-517F-282E-93F7-5C665A1FAC53}"/>
              </a:ext>
            </a:extLst>
          </p:cNvPr>
          <p:cNvSpPr>
            <a:spLocks noGrp="1" noChangeArrowheads="1"/>
          </p:cNvSpPr>
          <p:nvPr>
            <p:ph type="sldNum" sz="quarter" idx="12"/>
          </p:nvPr>
        </p:nvSpPr>
        <p:spPr>
          <a:ln/>
        </p:spPr>
        <p:txBody>
          <a:bodyPr/>
          <a:lstStyle>
            <a:lvl1pPr>
              <a:defRPr/>
            </a:lvl1pPr>
          </a:lstStyle>
          <a:p>
            <a:pPr>
              <a:defRPr/>
            </a:pPr>
            <a:fld id="{114F4D91-2AEA-440F-A4F1-D617C51741ED}" type="slidenum">
              <a:rPr lang="en-US" altLang="zh-CN"/>
              <a:pPr>
                <a:defRPr/>
              </a:pPr>
              <a:t>‹#›</a:t>
            </a:fld>
            <a:endParaRPr lang="en-US" altLang="zh-CN"/>
          </a:p>
        </p:txBody>
      </p:sp>
    </p:spTree>
    <p:extLst>
      <p:ext uri="{BB962C8B-B14F-4D97-AF65-F5344CB8AC3E}">
        <p14:creationId xmlns:p14="http://schemas.microsoft.com/office/powerpoint/2010/main" val="3839238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F7DCFCF5-1B9C-EEA2-2098-C6706206B3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47891C5-133E-1986-10F2-D8C0066DCC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B728905-E34B-605E-1B74-CE78BBB1ECD7}"/>
              </a:ext>
            </a:extLst>
          </p:cNvPr>
          <p:cNvSpPr>
            <a:spLocks noGrp="1" noChangeArrowheads="1"/>
          </p:cNvSpPr>
          <p:nvPr>
            <p:ph type="sldNum" sz="quarter" idx="12"/>
          </p:nvPr>
        </p:nvSpPr>
        <p:spPr>
          <a:ln/>
        </p:spPr>
        <p:txBody>
          <a:bodyPr/>
          <a:lstStyle>
            <a:lvl1pPr>
              <a:defRPr/>
            </a:lvl1pPr>
          </a:lstStyle>
          <a:p>
            <a:pPr>
              <a:defRPr/>
            </a:pPr>
            <a:fld id="{BC5955C0-27DB-4703-9013-D25177F2DA01}" type="slidenum">
              <a:rPr lang="en-US" altLang="zh-CN"/>
              <a:pPr>
                <a:defRPr/>
              </a:pPr>
              <a:t>‹#›</a:t>
            </a:fld>
            <a:endParaRPr lang="en-US" altLang="zh-CN"/>
          </a:p>
        </p:txBody>
      </p:sp>
    </p:spTree>
    <p:extLst>
      <p:ext uri="{BB962C8B-B14F-4D97-AF65-F5344CB8AC3E}">
        <p14:creationId xmlns:p14="http://schemas.microsoft.com/office/powerpoint/2010/main" val="1761145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56AF12BF-584C-90F8-0DC0-FE0215748FF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50F835-B166-0D9F-1825-9E1618253E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82B72CB-4284-33BC-C464-8B222F279870}"/>
              </a:ext>
            </a:extLst>
          </p:cNvPr>
          <p:cNvSpPr>
            <a:spLocks noGrp="1" noChangeArrowheads="1"/>
          </p:cNvSpPr>
          <p:nvPr>
            <p:ph type="sldNum" sz="quarter" idx="12"/>
          </p:nvPr>
        </p:nvSpPr>
        <p:spPr>
          <a:ln/>
        </p:spPr>
        <p:txBody>
          <a:bodyPr/>
          <a:lstStyle>
            <a:lvl1pPr>
              <a:defRPr/>
            </a:lvl1pPr>
          </a:lstStyle>
          <a:p>
            <a:pPr>
              <a:defRPr/>
            </a:pPr>
            <a:fld id="{CECA5153-B8FD-4361-9A62-727612DDCC06}" type="slidenum">
              <a:rPr lang="en-US" altLang="zh-CN"/>
              <a:pPr>
                <a:defRPr/>
              </a:pPr>
              <a:t>‹#›</a:t>
            </a:fld>
            <a:endParaRPr lang="en-US" altLang="zh-CN"/>
          </a:p>
        </p:txBody>
      </p:sp>
    </p:spTree>
    <p:extLst>
      <p:ext uri="{BB962C8B-B14F-4D97-AF65-F5344CB8AC3E}">
        <p14:creationId xmlns:p14="http://schemas.microsoft.com/office/powerpoint/2010/main" val="1129855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260350"/>
            <a:ext cx="2058988" cy="5865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60350"/>
            <a:ext cx="6029325" cy="5865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E845643A-40AB-9836-44CE-6F76EC7C072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E04C04F-F471-2349-6BD0-1DBB8DCFAB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2FC1001-823C-805F-E5C4-582299D04F0D}"/>
              </a:ext>
            </a:extLst>
          </p:cNvPr>
          <p:cNvSpPr>
            <a:spLocks noGrp="1" noChangeArrowheads="1"/>
          </p:cNvSpPr>
          <p:nvPr>
            <p:ph type="sldNum" sz="quarter" idx="12"/>
          </p:nvPr>
        </p:nvSpPr>
        <p:spPr>
          <a:ln/>
        </p:spPr>
        <p:txBody>
          <a:bodyPr/>
          <a:lstStyle>
            <a:lvl1pPr>
              <a:defRPr/>
            </a:lvl1pPr>
          </a:lstStyle>
          <a:p>
            <a:pPr>
              <a:defRPr/>
            </a:pPr>
            <a:fld id="{B14B5064-8AA1-445B-A545-BDC6B69F462A}" type="slidenum">
              <a:rPr lang="en-US" altLang="zh-CN"/>
              <a:pPr>
                <a:defRPr/>
              </a:pPr>
              <a:t>‹#›</a:t>
            </a:fld>
            <a:endParaRPr lang="en-US" altLang="zh-CN"/>
          </a:p>
        </p:txBody>
      </p:sp>
    </p:spTree>
    <p:extLst>
      <p:ext uri="{BB962C8B-B14F-4D97-AF65-F5344CB8AC3E}">
        <p14:creationId xmlns:p14="http://schemas.microsoft.com/office/powerpoint/2010/main" val="2618546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16">
            <a:extLst>
              <a:ext uri="{FF2B5EF4-FFF2-40B4-BE49-F238E27FC236}">
                <a16:creationId xmlns:a16="http://schemas.microsoft.com/office/drawing/2014/main" id="{6390C0E0-78E6-FB25-30EB-EBA809712C6C}"/>
              </a:ext>
            </a:extLst>
          </p:cNvPr>
          <p:cNvGrpSpPr>
            <a:grpSpLocks/>
          </p:cNvGrpSpPr>
          <p:nvPr/>
        </p:nvGrpSpPr>
        <p:grpSpPr bwMode="auto">
          <a:xfrm>
            <a:off x="0" y="5791200"/>
            <a:ext cx="9144000" cy="1066800"/>
            <a:chOff x="0" y="3648"/>
            <a:chExt cx="5760" cy="672"/>
          </a:xfrm>
        </p:grpSpPr>
        <p:sp>
          <p:nvSpPr>
            <p:cNvPr id="3" name="Line 17">
              <a:extLst>
                <a:ext uri="{FF2B5EF4-FFF2-40B4-BE49-F238E27FC236}">
                  <a16:creationId xmlns:a16="http://schemas.microsoft.com/office/drawing/2014/main" id="{1C88BB95-499A-81C0-CFD5-413C810D1EF5}"/>
                </a:ext>
              </a:extLst>
            </p:cNvPr>
            <p:cNvSpPr>
              <a:spLocks noChangeShapeType="1"/>
            </p:cNvSpPr>
            <p:nvPr/>
          </p:nvSpPr>
          <p:spPr bwMode="auto">
            <a:xfrm>
              <a:off x="0" y="4320"/>
              <a:ext cx="576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 name="Picture 18" descr="84">
              <a:extLst>
                <a:ext uri="{FF2B5EF4-FFF2-40B4-BE49-F238E27FC236}">
                  <a16:creationId xmlns:a16="http://schemas.microsoft.com/office/drawing/2014/main" id="{18105151-D9CA-B88D-2959-3FC7C6213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9">
              <a:extLst>
                <a:ext uri="{FF2B5EF4-FFF2-40B4-BE49-F238E27FC236}">
                  <a16:creationId xmlns:a16="http://schemas.microsoft.com/office/drawing/2014/main" id="{E042685C-1193-B056-F05E-278171145697}"/>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20" descr="84">
              <a:extLst>
                <a:ext uri="{FF2B5EF4-FFF2-40B4-BE49-F238E27FC236}">
                  <a16:creationId xmlns:a16="http://schemas.microsoft.com/office/drawing/2014/main" id="{8420B483-B151-AEA5-AB62-631C956DEC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21">
              <a:extLst>
                <a:ext uri="{FF2B5EF4-FFF2-40B4-BE49-F238E27FC236}">
                  <a16:creationId xmlns:a16="http://schemas.microsoft.com/office/drawing/2014/main" id="{547CB622-F57D-133A-080D-0315D65C56F3}"/>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 name="Picture 22" descr="84">
              <a:extLst>
                <a:ext uri="{FF2B5EF4-FFF2-40B4-BE49-F238E27FC236}">
                  <a16:creationId xmlns:a16="http://schemas.microsoft.com/office/drawing/2014/main" id="{23746459-B08A-52D0-B10D-045CC94FB3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23">
              <a:extLst>
                <a:ext uri="{FF2B5EF4-FFF2-40B4-BE49-F238E27FC236}">
                  <a16:creationId xmlns:a16="http://schemas.microsoft.com/office/drawing/2014/main" id="{89E62B67-10D7-1185-3FCC-E16688467C57}"/>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4">
            <a:extLst>
              <a:ext uri="{FF2B5EF4-FFF2-40B4-BE49-F238E27FC236}">
                <a16:creationId xmlns:a16="http://schemas.microsoft.com/office/drawing/2014/main" id="{A2116F4A-CFC9-D3F5-B625-52506F63CFCB}"/>
              </a:ext>
            </a:extLst>
          </p:cNvPr>
          <p:cNvGrpSpPr>
            <a:grpSpLocks/>
          </p:cNvGrpSpPr>
          <p:nvPr/>
        </p:nvGrpSpPr>
        <p:grpSpPr bwMode="auto">
          <a:xfrm>
            <a:off x="0" y="0"/>
            <a:ext cx="9144000" cy="1196975"/>
            <a:chOff x="612" y="300"/>
            <a:chExt cx="3811" cy="510"/>
          </a:xfrm>
        </p:grpSpPr>
        <p:pic>
          <p:nvPicPr>
            <p:cNvPr id="11" name="Picture 25" descr="1">
              <a:extLst>
                <a:ext uri="{FF2B5EF4-FFF2-40B4-BE49-F238E27FC236}">
                  <a16:creationId xmlns:a16="http://schemas.microsoft.com/office/drawing/2014/main" id="{BB67FB14-2CC7-7465-AC6C-D52364A14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12" y="300"/>
              <a:ext cx="204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6" descr="2">
              <a:extLst>
                <a:ext uri="{FF2B5EF4-FFF2-40B4-BE49-F238E27FC236}">
                  <a16:creationId xmlns:a16="http://schemas.microsoft.com/office/drawing/2014/main" id="{9D704D66-4022-FD65-8740-F5E1B7FE307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53" y="300"/>
              <a:ext cx="177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2" name="Rectangle 2"/>
          <p:cNvSpPr>
            <a:spLocks noGrp="1" noChangeArrowheads="1"/>
          </p:cNvSpPr>
          <p:nvPr>
            <p:ph type="ctrTitle"/>
          </p:nvPr>
        </p:nvSpPr>
        <p:spPr>
          <a:xfrm>
            <a:off x="685800" y="2130425"/>
            <a:ext cx="7772400" cy="1470025"/>
          </a:xfrm>
        </p:spPr>
        <p:txBody>
          <a:bodyPr/>
          <a:lstStyle>
            <a:lvl1pPr>
              <a:defRPr/>
            </a:lvl1pPr>
          </a:lstStyle>
          <a:p>
            <a:r>
              <a:rPr lang="zh-CN" altLang="en-US" noProof="1"/>
              <a:t>单击此处编辑母版标题样式</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noProof="1"/>
              <a:t>单击此处编辑母版副标题样式</a:t>
            </a:r>
          </a:p>
        </p:txBody>
      </p:sp>
      <p:sp>
        <p:nvSpPr>
          <p:cNvPr id="13" name="Rectangle 4">
            <a:extLst>
              <a:ext uri="{FF2B5EF4-FFF2-40B4-BE49-F238E27FC236}">
                <a16:creationId xmlns:a16="http://schemas.microsoft.com/office/drawing/2014/main" id="{EEEF80F0-E97F-6C5E-BD55-47F13A8E49AB}"/>
              </a:ext>
            </a:extLst>
          </p:cNvPr>
          <p:cNvSpPr>
            <a:spLocks noGrp="1" noChangeArrowheads="1"/>
          </p:cNvSpPr>
          <p:nvPr>
            <p:ph type="dt" sz="half" idx="10"/>
          </p:nvPr>
        </p:nvSpPr>
        <p:spPr/>
        <p:txBody>
          <a:bodyPr/>
          <a:lstStyle>
            <a:lvl1pPr>
              <a:defRPr/>
            </a:lvl1pPr>
          </a:lstStyle>
          <a:p>
            <a:pPr>
              <a:defRPr/>
            </a:pPr>
            <a:endParaRPr lang="en-US" altLang="zh-CN"/>
          </a:p>
        </p:txBody>
      </p:sp>
      <p:sp>
        <p:nvSpPr>
          <p:cNvPr id="14" name="Rectangle 6">
            <a:extLst>
              <a:ext uri="{FF2B5EF4-FFF2-40B4-BE49-F238E27FC236}">
                <a16:creationId xmlns:a16="http://schemas.microsoft.com/office/drawing/2014/main" id="{62D9D77E-A3A9-BCA9-77CF-5536053EF5B1}"/>
              </a:ext>
            </a:extLst>
          </p:cNvPr>
          <p:cNvSpPr>
            <a:spLocks noGrp="1" noChangeArrowheads="1"/>
          </p:cNvSpPr>
          <p:nvPr>
            <p:ph type="sldNum" sz="quarter" idx="11"/>
          </p:nvPr>
        </p:nvSpPr>
        <p:spPr/>
        <p:txBody>
          <a:bodyPr/>
          <a:lstStyle>
            <a:lvl1pPr>
              <a:defRPr smtClean="0"/>
            </a:lvl1pPr>
          </a:lstStyle>
          <a:p>
            <a:pPr>
              <a:defRPr/>
            </a:pPr>
            <a:fld id="{A7748BCA-7E16-4B8A-9C50-49D1738A31D9}" type="slidenum">
              <a:rPr lang="en-US" altLang="zh-CN"/>
              <a:pPr>
                <a:defRPr/>
              </a:pPr>
              <a:t>‹#›</a:t>
            </a:fld>
            <a:endParaRPr lang="en-US" altLang="zh-CN"/>
          </a:p>
        </p:txBody>
      </p:sp>
    </p:spTree>
    <p:extLst>
      <p:ext uri="{BB962C8B-B14F-4D97-AF65-F5344CB8AC3E}">
        <p14:creationId xmlns:p14="http://schemas.microsoft.com/office/powerpoint/2010/main" val="238544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9">
            <a:extLst>
              <a:ext uri="{FF2B5EF4-FFF2-40B4-BE49-F238E27FC236}">
                <a16:creationId xmlns:a16="http://schemas.microsoft.com/office/drawing/2014/main" id="{83EF9A99-F0BE-EA06-2EE4-449719A5DA0E}"/>
              </a:ext>
            </a:extLst>
          </p:cNvPr>
          <p:cNvGrpSpPr>
            <a:grpSpLocks/>
          </p:cNvGrpSpPr>
          <p:nvPr/>
        </p:nvGrpSpPr>
        <p:grpSpPr bwMode="auto">
          <a:xfrm>
            <a:off x="0" y="0"/>
            <a:ext cx="9144000" cy="508000"/>
            <a:chOff x="0" y="0"/>
            <a:chExt cx="5760" cy="320"/>
          </a:xfrm>
        </p:grpSpPr>
        <p:sp>
          <p:nvSpPr>
            <p:cNvPr id="1041" name="Rectangle 10">
              <a:extLst>
                <a:ext uri="{FF2B5EF4-FFF2-40B4-BE49-F238E27FC236}">
                  <a16:creationId xmlns:a16="http://schemas.microsoft.com/office/drawing/2014/main" id="{1DAD31A7-D144-DD76-543B-D8CC93644B33}"/>
                </a:ext>
              </a:extLst>
            </p:cNvPr>
            <p:cNvSpPr>
              <a:spLocks noChangeArrowheads="1"/>
            </p:cNvSpPr>
            <p:nvPr/>
          </p:nvSpPr>
          <p:spPr bwMode="auto">
            <a:xfrm>
              <a:off x="0" y="0"/>
              <a:ext cx="5760" cy="300"/>
            </a:xfrm>
            <a:prstGeom prst="rect">
              <a:avLst/>
            </a:prstGeom>
            <a:gradFill rotWithShape="0">
              <a:gsLst>
                <a:gs pos="0">
                  <a:srgbClr val="0033CC"/>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zh-CN" sz="3600" b="1">
                <a:solidFill>
                  <a:srgbClr val="FF0000"/>
                </a:solidFill>
                <a:latin typeface="Times New Roman" panose="02020603050405020304" pitchFamily="18" charset="0"/>
                <a:ea typeface="黑体" panose="02010609060101010101" pitchFamily="49" charset="-122"/>
              </a:endParaRPr>
            </a:p>
          </p:txBody>
        </p:sp>
        <p:pic>
          <p:nvPicPr>
            <p:cNvPr id="1042" name="Picture 11" descr="xjtut">
              <a:extLst>
                <a:ext uri="{FF2B5EF4-FFF2-40B4-BE49-F238E27FC236}">
                  <a16:creationId xmlns:a16="http://schemas.microsoft.com/office/drawing/2014/main" id="{8FC37EAE-DCB0-2BD8-E310-B665629CE4B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 y="41"/>
              <a:ext cx="9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12">
              <a:extLst>
                <a:ext uri="{FF2B5EF4-FFF2-40B4-BE49-F238E27FC236}">
                  <a16:creationId xmlns:a16="http://schemas.microsoft.com/office/drawing/2014/main" id="{90DF36B8-0E43-55A0-DAD7-C4274E0831A1}"/>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1044" name="Line 13">
              <a:extLst>
                <a:ext uri="{FF2B5EF4-FFF2-40B4-BE49-F238E27FC236}">
                  <a16:creationId xmlns:a16="http://schemas.microsoft.com/office/drawing/2014/main" id="{526254E9-0243-12F2-E909-6572C4D9CD91}"/>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1045" name="Text Box 14">
              <a:extLst>
                <a:ext uri="{FF2B5EF4-FFF2-40B4-BE49-F238E27FC236}">
                  <a16:creationId xmlns:a16="http://schemas.microsoft.com/office/drawing/2014/main" id="{52C96B1E-7DA9-515C-E83F-7367506E6DB4}"/>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1046" name="Line 15">
              <a:extLst>
                <a:ext uri="{FF2B5EF4-FFF2-40B4-BE49-F238E27FC236}">
                  <a16:creationId xmlns:a16="http://schemas.microsoft.com/office/drawing/2014/main" id="{8879B524-1C8D-F1B3-09E0-91C686F43CBA}"/>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1047" name="Text Box 16">
              <a:extLst>
                <a:ext uri="{FF2B5EF4-FFF2-40B4-BE49-F238E27FC236}">
                  <a16:creationId xmlns:a16="http://schemas.microsoft.com/office/drawing/2014/main" id="{2DC9F906-6D57-8294-E38A-36E955B41837}"/>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1048" name="Line 17">
              <a:extLst>
                <a:ext uri="{FF2B5EF4-FFF2-40B4-BE49-F238E27FC236}">
                  <a16:creationId xmlns:a16="http://schemas.microsoft.com/office/drawing/2014/main" id="{50668F57-B50C-27B4-15AD-580D0ED09C1E}"/>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27" name="Group 18">
            <a:extLst>
              <a:ext uri="{FF2B5EF4-FFF2-40B4-BE49-F238E27FC236}">
                <a16:creationId xmlns:a16="http://schemas.microsoft.com/office/drawing/2014/main" id="{DC8E1962-87DE-88D3-905D-3658C7E3C5E3}"/>
              </a:ext>
            </a:extLst>
          </p:cNvPr>
          <p:cNvGrpSpPr>
            <a:grpSpLocks/>
          </p:cNvGrpSpPr>
          <p:nvPr/>
        </p:nvGrpSpPr>
        <p:grpSpPr bwMode="auto">
          <a:xfrm>
            <a:off x="0" y="5791200"/>
            <a:ext cx="9144000" cy="1066800"/>
            <a:chOff x="0" y="3648"/>
            <a:chExt cx="5760" cy="672"/>
          </a:xfrm>
        </p:grpSpPr>
        <p:sp>
          <p:nvSpPr>
            <p:cNvPr id="1034" name="Line 19">
              <a:extLst>
                <a:ext uri="{FF2B5EF4-FFF2-40B4-BE49-F238E27FC236}">
                  <a16:creationId xmlns:a16="http://schemas.microsoft.com/office/drawing/2014/main" id="{E311F494-C9A8-1F9E-A6F2-CF7863F8AAB0}"/>
                </a:ext>
              </a:extLst>
            </p:cNvPr>
            <p:cNvSpPr>
              <a:spLocks noChangeShapeType="1"/>
            </p:cNvSpPr>
            <p:nvPr/>
          </p:nvSpPr>
          <p:spPr bwMode="auto">
            <a:xfrm>
              <a:off x="0" y="4320"/>
              <a:ext cx="576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5" name="Picture 20" descr="84">
              <a:extLst>
                <a:ext uri="{FF2B5EF4-FFF2-40B4-BE49-F238E27FC236}">
                  <a16:creationId xmlns:a16="http://schemas.microsoft.com/office/drawing/2014/main" id="{D17681B7-C53C-3ED8-B885-31E7A2437E7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6" name="Line 21">
              <a:extLst>
                <a:ext uri="{FF2B5EF4-FFF2-40B4-BE49-F238E27FC236}">
                  <a16:creationId xmlns:a16="http://schemas.microsoft.com/office/drawing/2014/main" id="{FE30765F-40E7-7E70-77FE-44162599B5BE}"/>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7" name="Picture 22" descr="84">
              <a:extLst>
                <a:ext uri="{FF2B5EF4-FFF2-40B4-BE49-F238E27FC236}">
                  <a16:creationId xmlns:a16="http://schemas.microsoft.com/office/drawing/2014/main" id="{489675D5-E823-1E35-A3B3-F18F240914B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8" name="Line 23">
              <a:extLst>
                <a:ext uri="{FF2B5EF4-FFF2-40B4-BE49-F238E27FC236}">
                  <a16:creationId xmlns:a16="http://schemas.microsoft.com/office/drawing/2014/main" id="{197CA642-BA21-653A-0B36-D946766C86D7}"/>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9" name="Picture 24" descr="84">
              <a:extLst>
                <a:ext uri="{FF2B5EF4-FFF2-40B4-BE49-F238E27FC236}">
                  <a16:creationId xmlns:a16="http://schemas.microsoft.com/office/drawing/2014/main" id="{2359731B-1DAE-2790-1291-4EEE478433B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0" name="Line 25">
              <a:extLst>
                <a:ext uri="{FF2B5EF4-FFF2-40B4-BE49-F238E27FC236}">
                  <a16:creationId xmlns:a16="http://schemas.microsoft.com/office/drawing/2014/main" id="{B56FD604-AEC1-D224-B10A-8C92F12E3C43}"/>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8" name="Rectangle 2">
            <a:extLst>
              <a:ext uri="{FF2B5EF4-FFF2-40B4-BE49-F238E27FC236}">
                <a16:creationId xmlns:a16="http://schemas.microsoft.com/office/drawing/2014/main" id="{56624087-B1CA-3188-5B95-D37469CA0427}"/>
              </a:ext>
            </a:extLst>
          </p:cNvPr>
          <p:cNvSpPr>
            <a:spLocks noGrp="1" noChangeArrowheads="1"/>
          </p:cNvSpPr>
          <p:nvPr>
            <p:ph type="title" idx="4294967295"/>
          </p:nvPr>
        </p:nvSpPr>
        <p:spPr bwMode="auto">
          <a:xfrm>
            <a:off x="468313" y="2603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9" name="Rectangle 3">
            <a:extLst>
              <a:ext uri="{FF2B5EF4-FFF2-40B4-BE49-F238E27FC236}">
                <a16:creationId xmlns:a16="http://schemas.microsoft.com/office/drawing/2014/main" id="{C0F8ADC3-009D-422D-3757-C5DE2A8DA894}"/>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A748E9F-66E3-D790-8687-6CC22FF40B11}"/>
              </a:ext>
            </a:extLst>
          </p:cNvPr>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400">
                <a:latin typeface="Arial" panose="020B0604020202020204" pitchFamily="34" charset="0"/>
              </a:defRPr>
            </a:lvl1pPr>
          </a:lstStyle>
          <a:p>
            <a:pPr>
              <a:defRPr/>
            </a:pPr>
            <a:endParaRPr lang="en-US" altLang="zh-CN"/>
          </a:p>
        </p:txBody>
      </p:sp>
      <p:sp>
        <p:nvSpPr>
          <p:cNvPr id="7" name="Rectangle 5">
            <a:extLst>
              <a:ext uri="{FF2B5EF4-FFF2-40B4-BE49-F238E27FC236}">
                <a16:creationId xmlns:a16="http://schemas.microsoft.com/office/drawing/2014/main" id="{33463AD2-7E9C-815E-7BFE-E4DAA58F21EA}"/>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latin typeface="Arial" panose="020B0604020202020204" pitchFamily="34" charset="0"/>
              </a:defRPr>
            </a:lvl1pPr>
          </a:lstStyle>
          <a:p>
            <a:pPr>
              <a:defRPr/>
            </a:pPr>
            <a:endParaRPr lang="en-US" altLang="zh-CN"/>
          </a:p>
        </p:txBody>
      </p:sp>
      <p:sp>
        <p:nvSpPr>
          <p:cNvPr id="1030" name="Rectangle 6">
            <a:extLst>
              <a:ext uri="{FF2B5EF4-FFF2-40B4-BE49-F238E27FC236}">
                <a16:creationId xmlns:a16="http://schemas.microsoft.com/office/drawing/2014/main" id="{8E8440B8-F837-4B7A-F7BD-8CD10D43193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smtClean="0"/>
            </a:lvl1pPr>
          </a:lstStyle>
          <a:p>
            <a:pPr>
              <a:defRPr/>
            </a:pPr>
            <a:fld id="{1247E976-BF0D-43AE-976B-E4A3DDB53DAD}" type="slidenum">
              <a:rPr lang="en-US" altLang="zh-CN"/>
              <a:pPr>
                <a:defRPr/>
              </a:pPr>
              <a:t>‹#›</a:t>
            </a:fld>
            <a:endParaRPr lang="en-US" altLang="zh-CN"/>
          </a:p>
        </p:txBody>
      </p:sp>
      <p:pic>
        <p:nvPicPr>
          <p:cNvPr id="1033" name="Picture 26" descr="hui3">
            <a:extLst>
              <a:ext uri="{FF2B5EF4-FFF2-40B4-BE49-F238E27FC236}">
                <a16:creationId xmlns:a16="http://schemas.microsoft.com/office/drawing/2014/main" id="{DBA90886-5DE2-2B45-FA84-4A93885AAF0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463" y="44450"/>
            <a:ext cx="3952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444" r:id="rId1"/>
    <p:sldLayoutId id="2147485424" r:id="rId2"/>
    <p:sldLayoutId id="2147485425" r:id="rId3"/>
    <p:sldLayoutId id="2147485426" r:id="rId4"/>
    <p:sldLayoutId id="2147485427" r:id="rId5"/>
    <p:sldLayoutId id="2147485428" r:id="rId6"/>
    <p:sldLayoutId id="2147485429" r:id="rId7"/>
    <p:sldLayoutId id="2147485430" r:id="rId8"/>
    <p:sldLayoutId id="2147485431" r:id="rId9"/>
    <p:sldLayoutId id="2147485432" r:id="rId10"/>
    <p:sldLayoutId id="214748543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2050" name="Group 9">
            <a:extLst>
              <a:ext uri="{FF2B5EF4-FFF2-40B4-BE49-F238E27FC236}">
                <a16:creationId xmlns:a16="http://schemas.microsoft.com/office/drawing/2014/main" id="{AB20F9D4-5A5A-3A0D-2FA7-6232EECAFA4C}"/>
              </a:ext>
            </a:extLst>
          </p:cNvPr>
          <p:cNvGrpSpPr>
            <a:grpSpLocks/>
          </p:cNvGrpSpPr>
          <p:nvPr/>
        </p:nvGrpSpPr>
        <p:grpSpPr bwMode="auto">
          <a:xfrm>
            <a:off x="0" y="0"/>
            <a:ext cx="9144000" cy="508000"/>
            <a:chOff x="0" y="0"/>
            <a:chExt cx="5760" cy="320"/>
          </a:xfrm>
        </p:grpSpPr>
        <p:sp>
          <p:nvSpPr>
            <p:cNvPr id="2065" name="Rectangle 10">
              <a:extLst>
                <a:ext uri="{FF2B5EF4-FFF2-40B4-BE49-F238E27FC236}">
                  <a16:creationId xmlns:a16="http://schemas.microsoft.com/office/drawing/2014/main" id="{AEF86C62-E39D-BC6F-E2E0-1DF8E7009F90}"/>
                </a:ext>
              </a:extLst>
            </p:cNvPr>
            <p:cNvSpPr>
              <a:spLocks noChangeArrowheads="1"/>
            </p:cNvSpPr>
            <p:nvPr/>
          </p:nvSpPr>
          <p:spPr bwMode="auto">
            <a:xfrm>
              <a:off x="0" y="0"/>
              <a:ext cx="5760" cy="300"/>
            </a:xfrm>
            <a:prstGeom prst="rect">
              <a:avLst/>
            </a:prstGeom>
            <a:gradFill rotWithShape="0">
              <a:gsLst>
                <a:gs pos="0">
                  <a:srgbClr val="0033CC"/>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zh-CN" sz="3600" b="1">
                <a:solidFill>
                  <a:srgbClr val="FF0000"/>
                </a:solidFill>
                <a:latin typeface="Times New Roman" panose="02020603050405020304" pitchFamily="18" charset="0"/>
                <a:ea typeface="黑体" panose="02010609060101010101" pitchFamily="49" charset="-122"/>
              </a:endParaRPr>
            </a:p>
          </p:txBody>
        </p:sp>
        <p:pic>
          <p:nvPicPr>
            <p:cNvPr id="2066" name="Picture 11" descr="xjtut">
              <a:extLst>
                <a:ext uri="{FF2B5EF4-FFF2-40B4-BE49-F238E27FC236}">
                  <a16:creationId xmlns:a16="http://schemas.microsoft.com/office/drawing/2014/main" id="{D48F8475-CFAC-0041-E4AE-73606C7AD74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 y="41"/>
              <a:ext cx="9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12">
              <a:extLst>
                <a:ext uri="{FF2B5EF4-FFF2-40B4-BE49-F238E27FC236}">
                  <a16:creationId xmlns:a16="http://schemas.microsoft.com/office/drawing/2014/main" id="{CCE5076D-A5E2-744A-669A-F731814D21FE}"/>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2068" name="Line 13">
              <a:extLst>
                <a:ext uri="{FF2B5EF4-FFF2-40B4-BE49-F238E27FC236}">
                  <a16:creationId xmlns:a16="http://schemas.microsoft.com/office/drawing/2014/main" id="{18CD88B7-2C03-B1A7-99A2-FBF298237755}"/>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4117" name="Text Box 14">
              <a:extLst>
                <a:ext uri="{FF2B5EF4-FFF2-40B4-BE49-F238E27FC236}">
                  <a16:creationId xmlns:a16="http://schemas.microsoft.com/office/drawing/2014/main" id="{C1A5A974-A6BB-85C9-6EC5-757386F93591}"/>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2070" name="Line 15">
              <a:extLst>
                <a:ext uri="{FF2B5EF4-FFF2-40B4-BE49-F238E27FC236}">
                  <a16:creationId xmlns:a16="http://schemas.microsoft.com/office/drawing/2014/main" id="{08485F08-3372-4EDF-83FE-272705D874F6}"/>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4119" name="Text Box 16">
              <a:extLst>
                <a:ext uri="{FF2B5EF4-FFF2-40B4-BE49-F238E27FC236}">
                  <a16:creationId xmlns:a16="http://schemas.microsoft.com/office/drawing/2014/main" id="{21A9ABD9-9496-583D-1B35-C4664C1FB1D1}"/>
                </a:ext>
              </a:extLst>
            </p:cNvPr>
            <p:cNvSpPr txBox="1">
              <a:spLocks noChangeArrowheads="1"/>
            </p:cNvSpPr>
            <p:nvPr/>
          </p:nvSpPr>
          <p:spPr bwMode="auto">
            <a:xfrm>
              <a:off x="3840" y="57"/>
              <a:ext cx="1872" cy="231"/>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defRPr/>
              </a:pPr>
              <a:r>
                <a:rPr kumimoji="1" lang="en-US" altLang="zh-CN" b="1" i="1">
                  <a:solidFill>
                    <a:srgbClr val="0000CC"/>
                  </a:solidFill>
                  <a:ea typeface="黑体" panose="02010609060101010101" pitchFamily="49" charset="-122"/>
                </a:rPr>
                <a:t>Xi’an Jiaotong University</a:t>
              </a:r>
            </a:p>
          </p:txBody>
        </p:sp>
        <p:sp>
          <p:nvSpPr>
            <p:cNvPr id="2072" name="Line 17">
              <a:extLst>
                <a:ext uri="{FF2B5EF4-FFF2-40B4-BE49-F238E27FC236}">
                  <a16:creationId xmlns:a16="http://schemas.microsoft.com/office/drawing/2014/main" id="{3EA3EA8A-3F61-C140-B35A-B2956239FB3A}"/>
                </a:ext>
              </a:extLst>
            </p:cNvPr>
            <p:cNvSpPr>
              <a:spLocks noChangeShapeType="1"/>
            </p:cNvSpPr>
            <p:nvPr/>
          </p:nvSpPr>
          <p:spPr bwMode="auto">
            <a:xfrm>
              <a:off x="0" y="320"/>
              <a:ext cx="5760" cy="0"/>
            </a:xfrm>
            <a:prstGeom prst="line">
              <a:avLst/>
            </a:prstGeom>
            <a:noFill/>
            <a:ln w="12700" cap="sq">
              <a:solidFill>
                <a:srgbClr val="9999FF"/>
              </a:solidFill>
              <a:round/>
              <a:headEnd/>
              <a:tailEnd type="none" w="lg"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051" name="Group 18">
            <a:extLst>
              <a:ext uri="{FF2B5EF4-FFF2-40B4-BE49-F238E27FC236}">
                <a16:creationId xmlns:a16="http://schemas.microsoft.com/office/drawing/2014/main" id="{325963FB-B25C-9AFC-1BA9-BF297FDD924F}"/>
              </a:ext>
            </a:extLst>
          </p:cNvPr>
          <p:cNvGrpSpPr>
            <a:grpSpLocks/>
          </p:cNvGrpSpPr>
          <p:nvPr/>
        </p:nvGrpSpPr>
        <p:grpSpPr bwMode="auto">
          <a:xfrm>
            <a:off x="0" y="5791200"/>
            <a:ext cx="9144000" cy="1066800"/>
            <a:chOff x="0" y="3648"/>
            <a:chExt cx="5760" cy="672"/>
          </a:xfrm>
        </p:grpSpPr>
        <p:sp>
          <p:nvSpPr>
            <p:cNvPr id="2058" name="Line 19">
              <a:extLst>
                <a:ext uri="{FF2B5EF4-FFF2-40B4-BE49-F238E27FC236}">
                  <a16:creationId xmlns:a16="http://schemas.microsoft.com/office/drawing/2014/main" id="{2236C9EA-5B11-9F3C-BF5B-C614D2BEEC9E}"/>
                </a:ext>
              </a:extLst>
            </p:cNvPr>
            <p:cNvSpPr>
              <a:spLocks noChangeShapeType="1"/>
            </p:cNvSpPr>
            <p:nvPr/>
          </p:nvSpPr>
          <p:spPr bwMode="auto">
            <a:xfrm>
              <a:off x="0" y="4320"/>
              <a:ext cx="576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59" name="Picture 20" descr="84">
              <a:extLst>
                <a:ext uri="{FF2B5EF4-FFF2-40B4-BE49-F238E27FC236}">
                  <a16:creationId xmlns:a16="http://schemas.microsoft.com/office/drawing/2014/main" id="{60A0ECB1-1756-7D9C-AB66-4EF90FC7FE0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Line 21">
              <a:extLst>
                <a:ext uri="{FF2B5EF4-FFF2-40B4-BE49-F238E27FC236}">
                  <a16:creationId xmlns:a16="http://schemas.microsoft.com/office/drawing/2014/main" id="{0BD2B8BA-02B9-01BF-822F-D8EAB72EFBA0}"/>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61" name="Picture 22" descr="84">
              <a:extLst>
                <a:ext uri="{FF2B5EF4-FFF2-40B4-BE49-F238E27FC236}">
                  <a16:creationId xmlns:a16="http://schemas.microsoft.com/office/drawing/2014/main" id="{A85A8C2B-004F-F011-B714-BD347373259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2" name="Line 23">
              <a:extLst>
                <a:ext uri="{FF2B5EF4-FFF2-40B4-BE49-F238E27FC236}">
                  <a16:creationId xmlns:a16="http://schemas.microsoft.com/office/drawing/2014/main" id="{965B6719-E14F-A0BE-F106-DCF38FB7E930}"/>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63" name="Picture 24" descr="84">
              <a:extLst>
                <a:ext uri="{FF2B5EF4-FFF2-40B4-BE49-F238E27FC236}">
                  <a16:creationId xmlns:a16="http://schemas.microsoft.com/office/drawing/2014/main" id="{4E73E1FE-18C1-3747-A9F6-0D8013C22F4E}"/>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38531"/>
            <a:stretch>
              <a:fillRect/>
            </a:stretch>
          </p:blipFill>
          <p:spPr bwMode="auto">
            <a:xfrm>
              <a:off x="4152" y="3648"/>
              <a:ext cx="160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4" name="Line 25">
              <a:extLst>
                <a:ext uri="{FF2B5EF4-FFF2-40B4-BE49-F238E27FC236}">
                  <a16:creationId xmlns:a16="http://schemas.microsoft.com/office/drawing/2014/main" id="{C946662A-5D50-3C5E-F3A8-3C7F7150E8A4}"/>
                </a:ext>
              </a:extLst>
            </p:cNvPr>
            <p:cNvSpPr>
              <a:spLocks noChangeShapeType="1"/>
            </p:cNvSpPr>
            <p:nvPr/>
          </p:nvSpPr>
          <p:spPr bwMode="auto">
            <a:xfrm>
              <a:off x="0" y="4032"/>
              <a:ext cx="4032"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2" name="Rectangle 2">
            <a:extLst>
              <a:ext uri="{FF2B5EF4-FFF2-40B4-BE49-F238E27FC236}">
                <a16:creationId xmlns:a16="http://schemas.microsoft.com/office/drawing/2014/main" id="{33DC10DA-8DF8-7E72-761D-E8CE63632E8D}"/>
              </a:ext>
            </a:extLst>
          </p:cNvPr>
          <p:cNvSpPr>
            <a:spLocks noGrp="1" noChangeArrowheads="1"/>
          </p:cNvSpPr>
          <p:nvPr>
            <p:ph type="title" idx="4294967295"/>
          </p:nvPr>
        </p:nvSpPr>
        <p:spPr bwMode="auto">
          <a:xfrm>
            <a:off x="468313" y="2603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3" name="Rectangle 3">
            <a:extLst>
              <a:ext uri="{FF2B5EF4-FFF2-40B4-BE49-F238E27FC236}">
                <a16:creationId xmlns:a16="http://schemas.microsoft.com/office/drawing/2014/main" id="{992EEC96-1A71-ECCC-44D8-AED157AAE625}"/>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029B440-FD7E-83DE-F5CE-B0F988CEFABD}"/>
              </a:ext>
            </a:extLst>
          </p:cNvPr>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400">
                <a:latin typeface="Arial" panose="020B060402020202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783E68F8-A213-FE4D-52A9-BEEB0EA3012F}"/>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latin typeface="Arial" panose="020B0604020202020204" pitchFamily="34" charset="0"/>
              </a:defRPr>
            </a:lvl1pPr>
          </a:lstStyle>
          <a:p>
            <a:pPr>
              <a:defRPr/>
            </a:pPr>
            <a:endParaRPr lang="en-US" altLang="zh-CN"/>
          </a:p>
        </p:txBody>
      </p:sp>
      <p:sp>
        <p:nvSpPr>
          <p:cNvPr id="1030" name="Rectangle 6">
            <a:extLst>
              <a:ext uri="{FF2B5EF4-FFF2-40B4-BE49-F238E27FC236}">
                <a16:creationId xmlns:a16="http://schemas.microsoft.com/office/drawing/2014/main" id="{5CAF0ECB-44EE-4E3B-5DBF-840C865A290E}"/>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smtClean="0"/>
            </a:lvl1pPr>
          </a:lstStyle>
          <a:p>
            <a:pPr>
              <a:defRPr/>
            </a:pPr>
            <a:fld id="{04458681-CCBA-408B-AC08-1FE7DDAFDA62}" type="slidenum">
              <a:rPr lang="en-US" altLang="zh-CN"/>
              <a:pPr>
                <a:defRPr/>
              </a:pPr>
              <a:t>‹#›</a:t>
            </a:fld>
            <a:endParaRPr lang="en-US" altLang="zh-CN"/>
          </a:p>
        </p:txBody>
      </p:sp>
      <p:pic>
        <p:nvPicPr>
          <p:cNvPr id="2057" name="Picture 26" descr="hui3">
            <a:extLst>
              <a:ext uri="{FF2B5EF4-FFF2-40B4-BE49-F238E27FC236}">
                <a16:creationId xmlns:a16="http://schemas.microsoft.com/office/drawing/2014/main" id="{250012B6-7AAD-6BF6-8438-72E743577B0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463" y="44450"/>
            <a:ext cx="3952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445" r:id="rId1"/>
    <p:sldLayoutId id="2147485434" r:id="rId2"/>
    <p:sldLayoutId id="2147485435" r:id="rId3"/>
    <p:sldLayoutId id="2147485436" r:id="rId4"/>
    <p:sldLayoutId id="2147485437" r:id="rId5"/>
    <p:sldLayoutId id="2147485438" r:id="rId6"/>
    <p:sldLayoutId id="2147485439" r:id="rId7"/>
    <p:sldLayoutId id="2147485440" r:id="rId8"/>
    <p:sldLayoutId id="2147485441" r:id="rId9"/>
    <p:sldLayoutId id="2147485442" r:id="rId10"/>
    <p:sldLayoutId id="214748544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CDE1FE6-78AB-E45A-84B3-79A9F5896CEA}"/>
              </a:ext>
            </a:extLst>
          </p:cNvPr>
          <p:cNvSpPr>
            <a:spLocks noGrp="1" noChangeArrowheads="1"/>
          </p:cNvSpPr>
          <p:nvPr>
            <p:ph type="title" idx="4294967295"/>
          </p:nvPr>
        </p:nvSpPr>
        <p:spPr bwMode="auto">
          <a:xfrm>
            <a:off x="468313" y="2603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7B1B4E46-878C-8DE1-7038-F875B74048B3}"/>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6" name="Rectangle 4">
            <a:extLst>
              <a:ext uri="{FF2B5EF4-FFF2-40B4-BE49-F238E27FC236}">
                <a16:creationId xmlns:a16="http://schemas.microsoft.com/office/drawing/2014/main" id="{75DF09BF-CAB0-473C-A876-D8559243143E}"/>
              </a:ext>
            </a:extLst>
          </p:cNvPr>
          <p:cNvSpPr>
            <a:spLocks noGrp="1" noChangeArrowheads="1"/>
          </p:cNvSpPr>
          <p:nvPr>
            <p:ph type="dt" sz="half" idx="2"/>
          </p:nvPr>
        </p:nvSpPr>
        <p:spPr bwMode="auto">
          <a:xfrm>
            <a:off x="457200" y="6453188"/>
            <a:ext cx="2133600" cy="288925"/>
          </a:xfrm>
          <a:prstGeom prst="rect">
            <a:avLst/>
          </a:prstGeom>
          <a:ln>
            <a:miter lim="800000"/>
          </a:ln>
        </p:spPr>
        <p:txBody>
          <a:bodyPr vert="horz" wrap="square" lIns="91440" tIns="45720" rIns="91440" bIns="45720" numCol="1" anchor="t" anchorCtr="0" compatLnSpc="1"/>
          <a:lstStyle>
            <a:lvl1pPr eaLnBrk="1" hangingPunct="1">
              <a:buFontTx/>
              <a:buNone/>
              <a:defRPr sz="1400"/>
            </a:lvl1pPr>
          </a:lstStyle>
          <a:p>
            <a:pPr>
              <a:defRPr/>
            </a:pPr>
            <a:endParaRPr lang="en-US" altLang="zh-CN"/>
          </a:p>
        </p:txBody>
      </p:sp>
      <p:sp>
        <p:nvSpPr>
          <p:cNvPr id="37" name="Rectangle 6">
            <a:extLst>
              <a:ext uri="{FF2B5EF4-FFF2-40B4-BE49-F238E27FC236}">
                <a16:creationId xmlns:a16="http://schemas.microsoft.com/office/drawing/2014/main" id="{1ED24E82-CBCF-257B-0313-8263E852EC1D}"/>
              </a:ext>
            </a:extLst>
          </p:cNvPr>
          <p:cNvSpPr>
            <a:spLocks noGrp="1" noChangeArrowheads="1"/>
          </p:cNvSpPr>
          <p:nvPr>
            <p:ph type="sldNum" sz="quarter" idx="4"/>
          </p:nvPr>
        </p:nvSpPr>
        <p:spPr bwMode="auto">
          <a:xfrm>
            <a:off x="4284663" y="6453188"/>
            <a:ext cx="2133600" cy="268287"/>
          </a:xfrm>
          <a:prstGeom prst="rect">
            <a:avLst/>
          </a:prstGeom>
          <a:ln>
            <a:miter lim="800000"/>
          </a:ln>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smtClean="0"/>
            </a:lvl1pPr>
          </a:lstStyle>
          <a:p>
            <a:pPr>
              <a:defRPr/>
            </a:pPr>
            <a:fld id="{92739022-EE80-4B58-B5AD-020AC52C202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446" r:id="rId1"/>
  </p:sldLayoutIdLst>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itchFamily="34" charset="0"/>
          <a:ea typeface="+mn-ea"/>
        </a:defRPr>
      </a:lvl2pPr>
      <a:lvl3pPr marL="1143000" indent="-228600" algn="l" rtl="0" eaLnBrk="0" fontAlgn="base" hangingPunct="0">
        <a:spcBef>
          <a:spcPct val="20000"/>
        </a:spcBef>
        <a:spcAft>
          <a:spcPct val="0"/>
        </a:spcAft>
        <a:buChar char="•"/>
        <a:defRPr sz="2400">
          <a:solidFill>
            <a:schemeClr val="tx1"/>
          </a:solidFill>
          <a:latin typeface="Arial" pitchFamily="34" charset="0"/>
          <a:ea typeface="+mn-ea"/>
        </a:defRPr>
      </a:lvl3pPr>
      <a:lvl4pPr marL="1600200" indent="-228600" algn="l" rtl="0" eaLnBrk="0" fontAlgn="base" hangingPunct="0">
        <a:spcBef>
          <a:spcPct val="20000"/>
        </a:spcBef>
        <a:spcAft>
          <a:spcPct val="0"/>
        </a:spcAft>
        <a:buChar char="–"/>
        <a:defRPr sz="2000">
          <a:solidFill>
            <a:schemeClr val="tx1"/>
          </a:solidFill>
          <a:latin typeface="Arial"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itchFamily="34"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s4@mail.xjt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mailto:ts4@mail.xjtu.edu.cn"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3630B5DE-E9E7-F5C4-880B-2A8463E549A0}"/>
              </a:ext>
            </a:extLst>
          </p:cNvPr>
          <p:cNvSpPr>
            <a:spLocks noGrp="1" noChangeArrowheads="1"/>
          </p:cNvSpPr>
          <p:nvPr>
            <p:ph type="subTitle" idx="1"/>
          </p:nvPr>
        </p:nvSpPr>
        <p:spPr>
          <a:xfrm>
            <a:off x="552450" y="2392363"/>
            <a:ext cx="8039100" cy="1036637"/>
          </a:xfrm>
        </p:spPr>
        <p:txBody>
          <a:bodyPr/>
          <a:lstStyle/>
          <a:p>
            <a:r>
              <a:rPr lang="zh-CN" altLang="zh-CN" sz="4000" b="1"/>
              <a:t>射频电路测试与频谱分析仪的使用</a:t>
            </a:r>
          </a:p>
        </p:txBody>
      </p:sp>
      <p:sp>
        <p:nvSpPr>
          <p:cNvPr id="8195" name="灯片编号占位符 2">
            <a:extLst>
              <a:ext uri="{FF2B5EF4-FFF2-40B4-BE49-F238E27FC236}">
                <a16:creationId xmlns:a16="http://schemas.microsoft.com/office/drawing/2014/main" id="{BD774763-29F9-461B-57D4-4A171C846E14}"/>
              </a:ext>
            </a:extLst>
          </p:cNvPr>
          <p:cNvSpPr>
            <a:spLocks noGrp="1" noChangeArrowheads="1"/>
          </p:cNvSpPr>
          <p:nvPr>
            <p:ph type="sldNum" sz="quarter" idx="11"/>
          </p:nvPr>
        </p:nvSpPr>
        <p:spPr>
          <a:xfrm>
            <a:off x="8577263" y="6453188"/>
            <a:ext cx="568325" cy="2682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DFD4E1A-80B0-41B8-B333-8C394DA85A46}" type="slidenum">
              <a:rPr lang="en-US" altLang="zh-CN" sz="1400"/>
              <a:pPr>
                <a:spcBef>
                  <a:spcPct val="0"/>
                </a:spcBef>
                <a:buFontTx/>
                <a:buNone/>
              </a:pPr>
              <a:t>1</a:t>
            </a:fld>
            <a:endParaRPr lang="en-US" altLang="zh-CN" sz="1400"/>
          </a:p>
        </p:txBody>
      </p:sp>
      <p:sp>
        <p:nvSpPr>
          <p:cNvPr id="8196" name="Rectangle 3">
            <a:extLst>
              <a:ext uri="{FF2B5EF4-FFF2-40B4-BE49-F238E27FC236}">
                <a16:creationId xmlns:a16="http://schemas.microsoft.com/office/drawing/2014/main" id="{77E9AC91-E189-A2E5-3764-96D33F8E60C1}"/>
              </a:ext>
            </a:extLst>
          </p:cNvPr>
          <p:cNvSpPr>
            <a:spLocks noChangeArrowheads="1"/>
          </p:cNvSpPr>
          <p:nvPr/>
        </p:nvSpPr>
        <p:spPr bwMode="auto">
          <a:xfrm>
            <a:off x="3995738" y="3846513"/>
            <a:ext cx="4968875"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buFontTx/>
              <a:buNone/>
            </a:pPr>
            <a:r>
              <a:rPr lang="zh-CN" altLang="en-US" sz="2400"/>
              <a:t>西安交通大学电信学部信通学院</a:t>
            </a:r>
          </a:p>
          <a:p>
            <a:pPr algn="r" eaLnBrk="1" hangingPunct="1">
              <a:buFontTx/>
              <a:buNone/>
            </a:pPr>
            <a:r>
              <a:rPr lang="zh-CN" altLang="en-US" sz="2400"/>
              <a:t>符均</a:t>
            </a:r>
            <a:r>
              <a:rPr lang="en-US" altLang="zh-CN" sz="2400"/>
              <a:t>  </a:t>
            </a:r>
            <a:r>
              <a:rPr lang="en-US" altLang="zh-CN" sz="2400">
                <a:hlinkClick r:id="rId2"/>
              </a:rPr>
              <a:t>ts4@mail.xjtu.edu.cn</a:t>
            </a:r>
            <a:endParaRPr lang="en-US" altLang="zh-CN" sz="2400"/>
          </a:p>
          <a:p>
            <a:pPr algn="r" eaLnBrk="1" hangingPunct="1">
              <a:buFontTx/>
              <a:buNone/>
            </a:pPr>
            <a:r>
              <a:rPr lang="en-US" altLang="zh-CN" sz="2400"/>
              <a:t>18992858095</a:t>
            </a:r>
          </a:p>
          <a:p>
            <a:pPr algn="r" eaLnBrk="1" hangingPunct="1">
              <a:buFontTx/>
              <a:buNone/>
            </a:pPr>
            <a:r>
              <a:rPr lang="en-US" altLang="zh-CN" sz="2400" noProof="1"/>
              <a:t> 2022.9</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6DEC800-89A1-72D8-1140-DD5ED7A804F7}"/>
              </a:ext>
            </a:extLst>
          </p:cNvPr>
          <p:cNvSpPr>
            <a:spLocks noGrp="1" noChangeArrowheads="1"/>
          </p:cNvSpPr>
          <p:nvPr>
            <p:ph type="title" idx="4294967295"/>
          </p:nvPr>
        </p:nvSpPr>
        <p:spPr>
          <a:xfrm>
            <a:off x="457200" y="260350"/>
            <a:ext cx="8229600" cy="1143000"/>
          </a:xfrm>
        </p:spPr>
        <p:txBody>
          <a:bodyPr/>
          <a:lstStyle/>
          <a:p>
            <a:pPr eaLnBrk="1" hangingPunct="1"/>
            <a:r>
              <a:rPr lang="zh-CN" altLang="en-US"/>
              <a:t>目录</a:t>
            </a:r>
            <a:endParaRPr lang="zh-CN" altLang="zh-CN"/>
          </a:p>
        </p:txBody>
      </p:sp>
      <p:sp>
        <p:nvSpPr>
          <p:cNvPr id="9219" name="Rectangle 3">
            <a:extLst>
              <a:ext uri="{FF2B5EF4-FFF2-40B4-BE49-F238E27FC236}">
                <a16:creationId xmlns:a16="http://schemas.microsoft.com/office/drawing/2014/main" id="{25BE6CBC-4428-AE6C-9E4A-C9E1DAA06257}"/>
              </a:ext>
            </a:extLst>
          </p:cNvPr>
          <p:cNvSpPr>
            <a:spLocks noGrp="1" noChangeArrowheads="1"/>
          </p:cNvSpPr>
          <p:nvPr>
            <p:ph idx="4294967295"/>
          </p:nvPr>
        </p:nvSpPr>
        <p:spPr>
          <a:xfrm>
            <a:off x="457200" y="1484313"/>
            <a:ext cx="8686800" cy="4525962"/>
          </a:xfrm>
        </p:spPr>
        <p:txBody>
          <a:bodyPr/>
          <a:lstStyle/>
          <a:p>
            <a:pPr marL="0" indent="0" eaLnBrk="1" hangingPunct="1">
              <a:lnSpc>
                <a:spcPct val="150000"/>
              </a:lnSpc>
              <a:buFontTx/>
              <a:buNone/>
            </a:pPr>
            <a:r>
              <a:rPr lang="zh-CN" altLang="en-US"/>
              <a:t>一、实验目的</a:t>
            </a:r>
            <a:endParaRPr lang="en-US" altLang="zh-CN"/>
          </a:p>
          <a:p>
            <a:pPr marL="0" indent="0" eaLnBrk="1" hangingPunct="1">
              <a:lnSpc>
                <a:spcPct val="150000"/>
              </a:lnSpc>
              <a:buFontTx/>
              <a:buNone/>
            </a:pPr>
            <a:r>
              <a:rPr lang="zh-CN" altLang="en-US"/>
              <a:t>二、实验仪器</a:t>
            </a:r>
            <a:endParaRPr lang="en-US" altLang="zh-CN"/>
          </a:p>
          <a:p>
            <a:pPr marL="0" indent="0" eaLnBrk="1" hangingPunct="1">
              <a:lnSpc>
                <a:spcPct val="150000"/>
              </a:lnSpc>
              <a:buFontTx/>
              <a:buNone/>
            </a:pPr>
            <a:r>
              <a:rPr lang="zh-CN" altLang="en-US"/>
              <a:t>三、实验内容</a:t>
            </a:r>
            <a:endParaRPr lang="en-US" altLang="zh-CN"/>
          </a:p>
          <a:p>
            <a:pPr marL="0" indent="0" eaLnBrk="1" hangingPunct="1">
              <a:lnSpc>
                <a:spcPct val="150000"/>
              </a:lnSpc>
              <a:buFontTx/>
              <a:buNone/>
            </a:pPr>
            <a:r>
              <a:rPr lang="zh-CN" altLang="en-US"/>
              <a:t>四、实验步骤</a:t>
            </a:r>
            <a:endParaRPr lang="en-US" altLang="zh-CN"/>
          </a:p>
          <a:p>
            <a:pPr marL="0" indent="0" eaLnBrk="1" hangingPunct="1">
              <a:lnSpc>
                <a:spcPct val="150000"/>
              </a:lnSpc>
              <a:buFontTx/>
              <a:buNone/>
            </a:pPr>
            <a:r>
              <a:rPr lang="zh-CN" altLang="en-US"/>
              <a:t>五、实验报告要求</a:t>
            </a:r>
            <a:endParaRPr lang="en-US" altLang="zh-CN"/>
          </a:p>
        </p:txBody>
      </p:sp>
      <p:sp>
        <p:nvSpPr>
          <p:cNvPr id="9220" name="灯片编号占位符 3">
            <a:extLst>
              <a:ext uri="{FF2B5EF4-FFF2-40B4-BE49-F238E27FC236}">
                <a16:creationId xmlns:a16="http://schemas.microsoft.com/office/drawing/2014/main" id="{0F136D81-3FD6-61C9-626B-EB30607BF820}"/>
              </a:ext>
            </a:extLst>
          </p:cNvPr>
          <p:cNvSpPr txBox="1">
            <a:spLocks noGrp="1" noChangeArrowheads="1"/>
          </p:cNvSpPr>
          <p:nvPr/>
        </p:nvSpPr>
        <p:spPr bwMode="auto">
          <a:xfrm>
            <a:off x="6983413"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4848175-3C3A-47C0-AA99-D572509EC42B}" type="slidenum">
              <a:rPr lang="en-US" altLang="zh-CN" sz="1400"/>
              <a:pPr algn="r" eaLnBrk="1" hangingPunct="1">
                <a:spcBef>
                  <a:spcPct val="0"/>
                </a:spcBef>
                <a:buFontTx/>
                <a:buNone/>
              </a:pPr>
              <a:t>2</a:t>
            </a:fld>
            <a:endParaRPr lang="en-US" altLang="zh-CN"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3C0D0B9-4626-2160-406F-A60BB8495A5D}"/>
              </a:ext>
            </a:extLst>
          </p:cNvPr>
          <p:cNvSpPr>
            <a:spLocks noGrp="1" noChangeArrowheads="1"/>
          </p:cNvSpPr>
          <p:nvPr>
            <p:ph type="title"/>
          </p:nvPr>
        </p:nvSpPr>
        <p:spPr>
          <a:xfrm>
            <a:off x="457200" y="260350"/>
            <a:ext cx="8229600" cy="1143000"/>
          </a:xfrm>
        </p:spPr>
        <p:txBody>
          <a:bodyPr/>
          <a:lstStyle/>
          <a:p>
            <a:pPr eaLnBrk="1" hangingPunct="1"/>
            <a:r>
              <a:rPr lang="zh-CN" altLang="en-US"/>
              <a:t>实验目的</a:t>
            </a:r>
            <a:endParaRPr lang="zh-CN" altLang="zh-CN"/>
          </a:p>
        </p:txBody>
      </p:sp>
      <p:sp>
        <p:nvSpPr>
          <p:cNvPr id="10243" name="Rectangle 3">
            <a:extLst>
              <a:ext uri="{FF2B5EF4-FFF2-40B4-BE49-F238E27FC236}">
                <a16:creationId xmlns:a16="http://schemas.microsoft.com/office/drawing/2014/main" id="{BFB97800-DFA0-1B95-B3AD-971061CD45F7}"/>
              </a:ext>
            </a:extLst>
          </p:cNvPr>
          <p:cNvSpPr>
            <a:spLocks noGrp="1" noChangeArrowheads="1"/>
          </p:cNvSpPr>
          <p:nvPr>
            <p:ph idx="1"/>
          </p:nvPr>
        </p:nvSpPr>
        <p:spPr>
          <a:xfrm>
            <a:off x="457200" y="1468438"/>
            <a:ext cx="8507413" cy="5122862"/>
          </a:xfrm>
        </p:spPr>
        <p:txBody>
          <a:bodyPr/>
          <a:lstStyle/>
          <a:p>
            <a:pPr>
              <a:lnSpc>
                <a:spcPct val="200000"/>
              </a:lnSpc>
              <a:buFont typeface="Wingdings" panose="05000000000000000000" pitchFamily="2" charset="2"/>
              <a:buChar char="Ø"/>
              <a:defRPr/>
            </a:pPr>
            <a:r>
              <a:rPr lang="zh-CN" altLang="en-US" sz="2400" dirty="0">
                <a:latin typeface="+mj-ea"/>
                <a:ea typeface="+mj-ea"/>
                <a:cs typeface="Times New Roman" panose="02020603050405020304" pitchFamily="18" charset="0"/>
              </a:rPr>
              <a:t>了解射频电路的特点以及在通信、测试等领域的应用；</a:t>
            </a:r>
            <a:endParaRPr lang="en-US" altLang="zh-CN" sz="2400" dirty="0">
              <a:latin typeface="+mj-ea"/>
              <a:ea typeface="+mj-ea"/>
              <a:cs typeface="Times New Roman" panose="02020603050405020304" pitchFamily="18" charset="0"/>
            </a:endParaRPr>
          </a:p>
          <a:p>
            <a:pPr>
              <a:lnSpc>
                <a:spcPct val="200000"/>
              </a:lnSpc>
              <a:buFont typeface="Wingdings" panose="05000000000000000000" pitchFamily="2" charset="2"/>
              <a:buChar char="Ø"/>
              <a:defRPr/>
            </a:pPr>
            <a:r>
              <a:rPr lang="zh-CN" altLang="en-US" sz="2400" dirty="0">
                <a:latin typeface="+mj-ea"/>
                <a:ea typeface="+mj-ea"/>
                <a:cs typeface="Times New Roman" panose="02020603050405020304" pitchFamily="18" charset="0"/>
              </a:rPr>
              <a:t>了解频率、功率、阻抗在射频电路的分析和设计中的意义；</a:t>
            </a:r>
            <a:endParaRPr lang="en-US" altLang="zh-CN" sz="2400" dirty="0">
              <a:latin typeface="+mj-ea"/>
              <a:ea typeface="+mj-ea"/>
              <a:cs typeface="Times New Roman" panose="02020603050405020304" pitchFamily="18" charset="0"/>
            </a:endParaRPr>
          </a:p>
          <a:p>
            <a:pPr>
              <a:lnSpc>
                <a:spcPct val="200000"/>
              </a:lnSpc>
              <a:buFont typeface="Wingdings" panose="05000000000000000000" pitchFamily="2" charset="2"/>
              <a:buChar char="Ø"/>
              <a:defRPr/>
            </a:pPr>
            <a:r>
              <a:rPr lang="zh-CN" altLang="en-US" sz="2400" dirty="0">
                <a:latin typeface="+mj-ea"/>
                <a:ea typeface="+mj-ea"/>
                <a:cs typeface="Times New Roman" panose="02020603050405020304" pitchFamily="18" charset="0"/>
              </a:rPr>
              <a:t>了解时域测试和频域测试的各自特点和应用场合；</a:t>
            </a:r>
            <a:endParaRPr lang="en-US" altLang="zh-CN" sz="2400" dirty="0">
              <a:latin typeface="+mj-ea"/>
              <a:ea typeface="+mj-ea"/>
              <a:cs typeface="Times New Roman" panose="02020603050405020304" pitchFamily="18" charset="0"/>
            </a:endParaRPr>
          </a:p>
          <a:p>
            <a:pPr>
              <a:lnSpc>
                <a:spcPct val="200000"/>
              </a:lnSpc>
              <a:buFont typeface="Wingdings" panose="05000000000000000000" pitchFamily="2" charset="2"/>
              <a:buChar char="Ø"/>
              <a:defRPr/>
            </a:pPr>
            <a:r>
              <a:rPr lang="zh-CN" altLang="en-US" sz="2400" dirty="0">
                <a:latin typeface="+mj-ea"/>
                <a:ea typeface="+mj-ea"/>
                <a:cs typeface="Times New Roman" panose="02020603050405020304" pitchFamily="18" charset="0"/>
              </a:rPr>
              <a:t>了解频谱分析仪的工作原理、功能、操作方法；</a:t>
            </a:r>
            <a:endParaRPr lang="en-US" altLang="zh-CN" sz="2400" dirty="0">
              <a:latin typeface="+mj-ea"/>
              <a:ea typeface="+mj-ea"/>
              <a:cs typeface="Times New Roman" panose="02020603050405020304" pitchFamily="18" charset="0"/>
            </a:endParaRPr>
          </a:p>
          <a:p>
            <a:pPr>
              <a:lnSpc>
                <a:spcPct val="200000"/>
              </a:lnSpc>
              <a:buFont typeface="Wingdings" panose="05000000000000000000" pitchFamily="2" charset="2"/>
              <a:buChar char="Ø"/>
              <a:defRPr/>
            </a:pPr>
            <a:r>
              <a:rPr lang="zh-CN" altLang="en-US" sz="2400" dirty="0">
                <a:latin typeface="+mj-ea"/>
                <a:ea typeface="+mj-ea"/>
                <a:cs typeface="Times New Roman" panose="02020603050405020304" pitchFamily="18" charset="0"/>
              </a:rPr>
              <a:t>了解频谱分析仪的典型测试方法。</a:t>
            </a:r>
            <a:endParaRPr lang="en-US" altLang="zh-CN" sz="1600" dirty="0">
              <a:latin typeface="+mj-ea"/>
              <a:ea typeface="+mj-ea"/>
              <a:cs typeface="Times New Roman" panose="02020603050405020304" pitchFamily="18" charset="0"/>
            </a:endParaRPr>
          </a:p>
        </p:txBody>
      </p:sp>
      <p:sp>
        <p:nvSpPr>
          <p:cNvPr id="10244" name="灯片编号占位符 3">
            <a:extLst>
              <a:ext uri="{FF2B5EF4-FFF2-40B4-BE49-F238E27FC236}">
                <a16:creationId xmlns:a16="http://schemas.microsoft.com/office/drawing/2014/main" id="{AACC36AC-A363-8640-EE8C-77B40082891F}"/>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1396A6B-D9E4-4981-84C6-282C53C31101}" type="slidenum">
              <a:rPr lang="en-US" altLang="zh-CN" sz="1400"/>
              <a:pPr>
                <a:spcBef>
                  <a:spcPct val="0"/>
                </a:spcBef>
                <a:buFontTx/>
                <a:buNone/>
              </a:pPr>
              <a:t>3</a:t>
            </a:fld>
            <a:endParaRPr lang="en-US" altLang="zh-CN" sz="140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44F449C-C6D0-100B-FB45-B8AC40C0B5C8}"/>
              </a:ext>
            </a:extLst>
          </p:cNvPr>
          <p:cNvSpPr>
            <a:spLocks noGrp="1" noChangeArrowheads="1"/>
          </p:cNvSpPr>
          <p:nvPr>
            <p:ph type="title"/>
          </p:nvPr>
        </p:nvSpPr>
        <p:spPr>
          <a:xfrm>
            <a:off x="457200" y="260350"/>
            <a:ext cx="8229600" cy="1143000"/>
          </a:xfrm>
        </p:spPr>
        <p:txBody>
          <a:bodyPr/>
          <a:lstStyle/>
          <a:p>
            <a:pPr eaLnBrk="1" hangingPunct="1"/>
            <a:r>
              <a:rPr lang="zh-CN" altLang="en-US"/>
              <a:t>实验仪器</a:t>
            </a:r>
            <a:endParaRPr lang="zh-CN" altLang="zh-CN"/>
          </a:p>
        </p:txBody>
      </p:sp>
      <p:sp>
        <p:nvSpPr>
          <p:cNvPr id="9219" name="Rectangle 3">
            <a:extLst>
              <a:ext uri="{FF2B5EF4-FFF2-40B4-BE49-F238E27FC236}">
                <a16:creationId xmlns:a16="http://schemas.microsoft.com/office/drawing/2014/main" id="{E25A532F-A6CE-2946-AB9D-626C34363AFF}"/>
              </a:ext>
            </a:extLst>
          </p:cNvPr>
          <p:cNvSpPr>
            <a:spLocks noGrp="1" noChangeArrowheads="1"/>
          </p:cNvSpPr>
          <p:nvPr>
            <p:ph idx="1"/>
          </p:nvPr>
        </p:nvSpPr>
        <p:spPr>
          <a:xfrm>
            <a:off x="492125" y="1354138"/>
            <a:ext cx="8578850" cy="5122862"/>
          </a:xfrm>
        </p:spPr>
        <p:txBody>
          <a:bodyPr/>
          <a:lstStyle/>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直流稳压电源：</a:t>
            </a:r>
            <a:r>
              <a:rPr lang="en-US" altLang="zh-CN" sz="2800" dirty="0">
                <a:latin typeface="Times New Roman" panose="02020603050405020304" pitchFamily="18" charset="0"/>
                <a:ea typeface="+mj-ea"/>
                <a:cs typeface="Times New Roman" panose="02020603050405020304" pitchFamily="18" charset="0"/>
              </a:rPr>
              <a:t>SK3323</a:t>
            </a:r>
            <a:r>
              <a:rPr lang="zh-CN" altLang="zh-CN" sz="2800" dirty="0">
                <a:latin typeface="Times New Roman" panose="02020603050405020304" pitchFamily="18" charset="0"/>
                <a:ea typeface="+mj-ea"/>
                <a:cs typeface="Times New Roman" panose="02020603050405020304" pitchFamily="18" charset="0"/>
              </a:rPr>
              <a:t>，品牌：石家庄数英；</a:t>
            </a:r>
          </a:p>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数字示波器：</a:t>
            </a:r>
            <a:r>
              <a:rPr lang="en-US" altLang="zh-CN" sz="2800" dirty="0">
                <a:latin typeface="Times New Roman" panose="02020603050405020304" pitchFamily="18" charset="0"/>
                <a:ea typeface="+mj-ea"/>
                <a:cs typeface="Times New Roman" panose="02020603050405020304" pitchFamily="18" charset="0"/>
              </a:rPr>
              <a:t>DS2102A</a:t>
            </a:r>
            <a:r>
              <a:rPr lang="zh-CN" altLang="zh-CN" sz="2800" dirty="0">
                <a:latin typeface="Times New Roman" panose="02020603050405020304" pitchFamily="18" charset="0"/>
                <a:ea typeface="+mj-ea"/>
                <a:cs typeface="Times New Roman" panose="02020603050405020304" pitchFamily="18" charset="0"/>
              </a:rPr>
              <a:t>，品牌：北京普源；</a:t>
            </a:r>
          </a:p>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高频信号发生器：</a:t>
            </a:r>
            <a:r>
              <a:rPr lang="en-US" altLang="zh-CN" sz="2800" dirty="0">
                <a:latin typeface="Times New Roman" panose="02020603050405020304" pitchFamily="18" charset="0"/>
                <a:ea typeface="+mj-ea"/>
                <a:cs typeface="Times New Roman" panose="02020603050405020304" pitchFamily="18" charset="0"/>
              </a:rPr>
              <a:t>TFG3916A</a:t>
            </a:r>
            <a:r>
              <a:rPr lang="zh-CN" altLang="zh-CN" sz="2800" dirty="0">
                <a:latin typeface="Times New Roman" panose="02020603050405020304" pitchFamily="18" charset="0"/>
                <a:ea typeface="+mj-ea"/>
                <a:cs typeface="Times New Roman" panose="02020603050405020304" pitchFamily="18" charset="0"/>
              </a:rPr>
              <a:t>，品牌：石家庄数英；</a:t>
            </a:r>
          </a:p>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通用计数器：</a:t>
            </a:r>
            <a:r>
              <a:rPr lang="en-US" altLang="zh-CN" sz="2800" dirty="0">
                <a:latin typeface="Times New Roman" panose="02020603050405020304" pitchFamily="18" charset="0"/>
                <a:ea typeface="+mj-ea"/>
                <a:cs typeface="Times New Roman" panose="02020603050405020304" pitchFamily="18" charset="0"/>
              </a:rPr>
              <a:t>EE3385</a:t>
            </a:r>
            <a:r>
              <a:rPr lang="zh-CN" altLang="zh-CN" sz="2800" dirty="0">
                <a:latin typeface="Times New Roman" panose="02020603050405020304" pitchFamily="18" charset="0"/>
                <a:ea typeface="+mj-ea"/>
                <a:cs typeface="Times New Roman" panose="02020603050405020304" pitchFamily="18" charset="0"/>
              </a:rPr>
              <a:t>，品牌：南京新联；</a:t>
            </a:r>
          </a:p>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频谱分析仪：</a:t>
            </a:r>
            <a:r>
              <a:rPr lang="en-US" altLang="zh-CN" sz="2800" dirty="0">
                <a:latin typeface="Times New Roman" panose="02020603050405020304" pitchFamily="18" charset="0"/>
                <a:ea typeface="+mj-ea"/>
                <a:cs typeface="Times New Roman" panose="02020603050405020304" pitchFamily="18" charset="0"/>
              </a:rPr>
              <a:t>GSP-827</a:t>
            </a:r>
            <a:r>
              <a:rPr lang="zh-CN" altLang="zh-CN" sz="2800" dirty="0">
                <a:latin typeface="Times New Roman" panose="02020603050405020304" pitchFamily="18" charset="0"/>
                <a:ea typeface="+mj-ea"/>
                <a:cs typeface="Times New Roman" panose="02020603050405020304" pitchFamily="18" charset="0"/>
              </a:rPr>
              <a:t>、</a:t>
            </a:r>
            <a:r>
              <a:rPr lang="en-US" altLang="zh-CN" sz="2800" dirty="0">
                <a:latin typeface="Times New Roman" panose="02020603050405020304" pitchFamily="18" charset="0"/>
                <a:ea typeface="+mj-ea"/>
                <a:cs typeface="Times New Roman" panose="02020603050405020304" pitchFamily="18" charset="0"/>
              </a:rPr>
              <a:t>GSP-830</a:t>
            </a:r>
            <a:r>
              <a:rPr lang="zh-CN" altLang="zh-CN" sz="2800" dirty="0">
                <a:latin typeface="Times New Roman" panose="02020603050405020304" pitchFamily="18" charset="0"/>
                <a:ea typeface="+mj-ea"/>
                <a:cs typeface="Times New Roman" panose="02020603050405020304" pitchFamily="18" charset="0"/>
              </a:rPr>
              <a:t>、</a:t>
            </a:r>
            <a:r>
              <a:rPr lang="en-US" altLang="zh-CN" sz="2800" dirty="0">
                <a:latin typeface="Times New Roman" panose="02020603050405020304" pitchFamily="18" charset="0"/>
                <a:ea typeface="+mj-ea"/>
                <a:cs typeface="Times New Roman" panose="02020603050405020304" pitchFamily="18" charset="0"/>
              </a:rPr>
              <a:t>GSP-9300B</a:t>
            </a:r>
            <a:r>
              <a:rPr lang="zh-CN" altLang="zh-CN" sz="2800" dirty="0">
                <a:latin typeface="Times New Roman" panose="02020603050405020304" pitchFamily="18" charset="0"/>
                <a:ea typeface="+mj-ea"/>
                <a:cs typeface="Times New Roman" panose="02020603050405020304" pitchFamily="18" charset="0"/>
              </a:rPr>
              <a:t>，品牌：苏州固纬。</a:t>
            </a:r>
          </a:p>
          <a:p>
            <a:pPr>
              <a:lnSpc>
                <a:spcPct val="150000"/>
              </a:lnSpc>
              <a:spcBef>
                <a:spcPts val="0"/>
              </a:spcBef>
              <a:buFont typeface="Wingdings" panose="05000000000000000000" pitchFamily="2" charset="2"/>
              <a:buChar char="Ø"/>
              <a:defRPr/>
            </a:pPr>
            <a:r>
              <a:rPr lang="zh-CN" altLang="zh-CN" sz="2800" dirty="0">
                <a:latin typeface="Times New Roman" panose="02020603050405020304" pitchFamily="18" charset="0"/>
                <a:ea typeface="+mj-ea"/>
                <a:cs typeface="Times New Roman" panose="02020603050405020304" pitchFamily="18" charset="0"/>
              </a:rPr>
              <a:t>万用表：</a:t>
            </a:r>
            <a:r>
              <a:rPr lang="en-US" altLang="zh-CN" sz="2800" dirty="0">
                <a:latin typeface="Times New Roman" panose="02020603050405020304" pitchFamily="18" charset="0"/>
                <a:ea typeface="+mj-ea"/>
                <a:cs typeface="Times New Roman" panose="02020603050405020304" pitchFamily="18" charset="0"/>
              </a:rPr>
              <a:t>Fluke</a:t>
            </a:r>
            <a:r>
              <a:rPr lang="zh-CN" altLang="zh-CN" sz="2800" dirty="0"/>
              <a:t>。</a:t>
            </a:r>
          </a:p>
        </p:txBody>
      </p:sp>
      <p:sp>
        <p:nvSpPr>
          <p:cNvPr id="12292" name="灯片编号占位符 3">
            <a:extLst>
              <a:ext uri="{FF2B5EF4-FFF2-40B4-BE49-F238E27FC236}">
                <a16:creationId xmlns:a16="http://schemas.microsoft.com/office/drawing/2014/main" id="{1D57A619-8384-C5EF-5AB4-8A5DC3D35C8F}"/>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B3ED74B-6B1B-4102-B365-A3C1A0FAF804}" type="slidenum">
              <a:rPr lang="en-US" altLang="zh-CN" sz="1400"/>
              <a:pPr>
                <a:spcBef>
                  <a:spcPct val="0"/>
                </a:spcBef>
                <a:buFontTx/>
                <a:buNone/>
              </a:pPr>
              <a:t>4</a:t>
            </a:fld>
            <a:endParaRPr lang="en-US" altLang="zh-CN" sz="140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AB2CD42-18AA-C881-A418-AE2AB658CFCD}"/>
              </a:ext>
            </a:extLst>
          </p:cNvPr>
          <p:cNvSpPr>
            <a:spLocks noGrp="1" noChangeArrowheads="1"/>
          </p:cNvSpPr>
          <p:nvPr>
            <p:ph type="title"/>
          </p:nvPr>
        </p:nvSpPr>
        <p:spPr>
          <a:xfrm>
            <a:off x="457200" y="260350"/>
            <a:ext cx="8229600" cy="1143000"/>
          </a:xfrm>
        </p:spPr>
        <p:txBody>
          <a:bodyPr/>
          <a:lstStyle/>
          <a:p>
            <a:pPr eaLnBrk="1" hangingPunct="1"/>
            <a:r>
              <a:rPr lang="zh-CN" altLang="en-US"/>
              <a:t>实验内容</a:t>
            </a:r>
            <a:endParaRPr lang="zh-CN" altLang="zh-CN"/>
          </a:p>
        </p:txBody>
      </p:sp>
      <p:sp>
        <p:nvSpPr>
          <p:cNvPr id="14339" name="Rectangle 3">
            <a:extLst>
              <a:ext uri="{FF2B5EF4-FFF2-40B4-BE49-F238E27FC236}">
                <a16:creationId xmlns:a16="http://schemas.microsoft.com/office/drawing/2014/main" id="{0FAB325D-A206-A125-AD2E-B0E9AE28910D}"/>
              </a:ext>
            </a:extLst>
          </p:cNvPr>
          <p:cNvSpPr>
            <a:spLocks noGrp="1" noChangeArrowheads="1"/>
          </p:cNvSpPr>
          <p:nvPr>
            <p:ph idx="1"/>
          </p:nvPr>
        </p:nvSpPr>
        <p:spPr>
          <a:xfrm>
            <a:off x="457200" y="1268413"/>
            <a:ext cx="8229600" cy="4537075"/>
          </a:xfrm>
        </p:spPr>
        <p:txBody>
          <a:bodyPr/>
          <a:lstStyle/>
          <a:p>
            <a:pPr>
              <a:lnSpc>
                <a:spcPct val="150000"/>
              </a:lnSpc>
              <a:spcBef>
                <a:spcPct val="0"/>
              </a:spcBef>
              <a:buFont typeface="Wingdings" panose="05000000000000000000" pitchFamily="2" charset="2"/>
              <a:buChar char="Ø"/>
            </a:pPr>
            <a:r>
              <a:rPr lang="zh-CN" altLang="zh-CN" sz="2400"/>
              <a:t>学习使用直流稳压电源供电；</a:t>
            </a:r>
            <a:endParaRPr lang="en-US" altLang="zh-CN" sz="2400"/>
          </a:p>
          <a:p>
            <a:pPr>
              <a:lnSpc>
                <a:spcPct val="150000"/>
              </a:lnSpc>
              <a:spcBef>
                <a:spcPct val="0"/>
              </a:spcBef>
              <a:buFont typeface="Wingdings" panose="05000000000000000000" pitchFamily="2" charset="2"/>
              <a:buChar char="Ø"/>
            </a:pPr>
            <a:r>
              <a:rPr lang="zh-CN" altLang="zh-CN" sz="2400"/>
              <a:t>学习使用数字示波器测量振荡波形参数；</a:t>
            </a:r>
            <a:endParaRPr lang="en-US" altLang="zh-CN" sz="2400"/>
          </a:p>
          <a:p>
            <a:pPr>
              <a:lnSpc>
                <a:spcPct val="150000"/>
              </a:lnSpc>
              <a:spcBef>
                <a:spcPct val="0"/>
              </a:spcBef>
              <a:buFont typeface="Wingdings" panose="05000000000000000000" pitchFamily="2" charset="2"/>
              <a:buChar char="Ø"/>
            </a:pPr>
            <a:r>
              <a:rPr lang="zh-CN" altLang="zh-CN" sz="2400"/>
              <a:t>学习使用通用计数器观察振荡频率；</a:t>
            </a:r>
            <a:endParaRPr lang="en-US" altLang="zh-CN" sz="2400"/>
          </a:p>
          <a:p>
            <a:pPr>
              <a:lnSpc>
                <a:spcPct val="150000"/>
              </a:lnSpc>
              <a:spcBef>
                <a:spcPct val="0"/>
              </a:spcBef>
              <a:buFont typeface="Wingdings" panose="05000000000000000000" pitchFamily="2" charset="2"/>
              <a:buChar char="Ø"/>
            </a:pPr>
            <a:r>
              <a:rPr lang="zh-CN" altLang="zh-CN" sz="2400"/>
              <a:t>学习使用高频信号发生器产生给定参数的正弦波；</a:t>
            </a:r>
            <a:endParaRPr lang="en-US" altLang="zh-CN" sz="2400"/>
          </a:p>
          <a:p>
            <a:pPr>
              <a:lnSpc>
                <a:spcPct val="150000"/>
              </a:lnSpc>
              <a:spcBef>
                <a:spcPct val="0"/>
              </a:spcBef>
              <a:buFont typeface="Wingdings" panose="05000000000000000000" pitchFamily="2" charset="2"/>
              <a:buChar char="Ø"/>
            </a:pPr>
            <a:r>
              <a:rPr lang="zh-CN" altLang="zh-CN" sz="2400"/>
              <a:t>学习使用频谱分析仪测量振荡发生电路和高频信号发生器产生的波形。</a:t>
            </a:r>
            <a:endParaRPr lang="en-US" altLang="zh-CN" sz="2400"/>
          </a:p>
          <a:p>
            <a:pPr>
              <a:lnSpc>
                <a:spcPct val="150000"/>
              </a:lnSpc>
              <a:spcBef>
                <a:spcPct val="0"/>
              </a:spcBef>
              <a:buFont typeface="Wingdings" panose="05000000000000000000" pitchFamily="2" charset="2"/>
              <a:buChar char="Ø"/>
            </a:pPr>
            <a:r>
              <a:rPr lang="zh-CN" altLang="zh-CN" sz="2400"/>
              <a:t>使用面包板，自行搭建给定原理图的晶体选频振荡器发生电路</a:t>
            </a:r>
            <a:r>
              <a:rPr lang="zh-CN" altLang="en-US" sz="2400"/>
              <a:t>（可选）</a:t>
            </a:r>
            <a:r>
              <a:rPr lang="zh-CN" altLang="zh-CN" sz="2400"/>
              <a:t>。</a:t>
            </a:r>
            <a:endParaRPr lang="en-US" altLang="zh-CN" sz="2400"/>
          </a:p>
        </p:txBody>
      </p:sp>
      <p:sp>
        <p:nvSpPr>
          <p:cNvPr id="14340" name="灯片编号占位符 3">
            <a:extLst>
              <a:ext uri="{FF2B5EF4-FFF2-40B4-BE49-F238E27FC236}">
                <a16:creationId xmlns:a16="http://schemas.microsoft.com/office/drawing/2014/main" id="{0C012FBA-EF39-5CAF-549E-FDDA20DF2D24}"/>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0E1BE80-39DA-4BC4-99DB-604B06CEB51C}" type="slidenum">
              <a:rPr lang="en-US" altLang="zh-CN" sz="1400"/>
              <a:pPr>
                <a:spcBef>
                  <a:spcPct val="0"/>
                </a:spcBef>
                <a:buFontTx/>
                <a:buNone/>
              </a:pPr>
              <a:t>5</a:t>
            </a:fld>
            <a:endParaRPr lang="en-US" altLang="zh-CN" sz="140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56FE2C0-6C3F-11D2-CD9E-D205810BFEE9}"/>
              </a:ext>
            </a:extLst>
          </p:cNvPr>
          <p:cNvSpPr>
            <a:spLocks noGrp="1" noChangeArrowheads="1"/>
          </p:cNvSpPr>
          <p:nvPr>
            <p:ph type="title"/>
          </p:nvPr>
        </p:nvSpPr>
        <p:spPr>
          <a:xfrm>
            <a:off x="457200" y="260350"/>
            <a:ext cx="8229600" cy="1143000"/>
          </a:xfrm>
        </p:spPr>
        <p:txBody>
          <a:bodyPr/>
          <a:lstStyle/>
          <a:p>
            <a:pPr eaLnBrk="1" hangingPunct="1"/>
            <a:r>
              <a:rPr lang="zh-CN" altLang="en-US"/>
              <a:t>实验步骤</a:t>
            </a:r>
            <a:endParaRPr lang="zh-CN" altLang="zh-CN"/>
          </a:p>
        </p:txBody>
      </p:sp>
      <p:sp>
        <p:nvSpPr>
          <p:cNvPr id="16387" name="Rectangle 3">
            <a:extLst>
              <a:ext uri="{FF2B5EF4-FFF2-40B4-BE49-F238E27FC236}">
                <a16:creationId xmlns:a16="http://schemas.microsoft.com/office/drawing/2014/main" id="{A4ECB2CD-6DB0-CA5C-41AE-80FDC637595D}"/>
              </a:ext>
            </a:extLst>
          </p:cNvPr>
          <p:cNvSpPr>
            <a:spLocks noGrp="1" noChangeArrowheads="1"/>
          </p:cNvSpPr>
          <p:nvPr>
            <p:ph idx="1"/>
          </p:nvPr>
        </p:nvSpPr>
        <p:spPr>
          <a:xfrm>
            <a:off x="420688" y="1436688"/>
            <a:ext cx="8229600" cy="5160962"/>
          </a:xfrm>
        </p:spPr>
        <p:txBody>
          <a:bodyPr/>
          <a:lstStyle/>
          <a:p>
            <a:pPr marL="0" indent="0">
              <a:lnSpc>
                <a:spcPct val="150000"/>
              </a:lnSpc>
              <a:spcBef>
                <a:spcPct val="0"/>
              </a:spcBef>
              <a:buFontTx/>
              <a:buNone/>
            </a:pPr>
            <a:r>
              <a:rPr lang="en-US" altLang="zh-CN" sz="2400"/>
              <a:t>1. </a:t>
            </a:r>
            <a:r>
              <a:rPr lang="zh-CN" altLang="en-US" sz="2400"/>
              <a:t>学习直流稳压电源输出</a:t>
            </a:r>
            <a:r>
              <a:rPr lang="en-US" altLang="zh-CN" sz="2400"/>
              <a:t>3.3V</a:t>
            </a:r>
            <a:r>
              <a:rPr lang="zh-CN" altLang="en-US" sz="2400"/>
              <a:t>直流电压和</a:t>
            </a:r>
            <a:r>
              <a:rPr lang="en-US" altLang="zh-CN" sz="2400"/>
              <a:t>0.01A</a:t>
            </a:r>
            <a:r>
              <a:rPr lang="zh-CN" altLang="en-US" sz="2400"/>
              <a:t>最大输出限制电流；</a:t>
            </a:r>
            <a:endParaRPr lang="en-US" altLang="zh-CN" sz="2400"/>
          </a:p>
          <a:p>
            <a:pPr marL="0" indent="0">
              <a:lnSpc>
                <a:spcPct val="150000"/>
              </a:lnSpc>
              <a:spcBef>
                <a:spcPct val="0"/>
              </a:spcBef>
              <a:buFontTx/>
              <a:buNone/>
            </a:pPr>
            <a:r>
              <a:rPr lang="en-US" altLang="zh-CN" sz="2400"/>
              <a:t>2. </a:t>
            </a:r>
            <a:r>
              <a:rPr lang="zh-CN" altLang="en-US" sz="2400"/>
              <a:t>学习数字示波器实现示波器探头</a:t>
            </a:r>
            <a:r>
              <a:rPr lang="en-US" altLang="zh-CN" sz="2400"/>
              <a:t>10X</a:t>
            </a:r>
            <a:r>
              <a:rPr lang="zh-CN" altLang="en-US" sz="2400"/>
              <a:t>下的方波自校准；</a:t>
            </a:r>
            <a:endParaRPr lang="en-US" altLang="zh-CN" sz="2400"/>
          </a:p>
          <a:p>
            <a:pPr marL="0" indent="0">
              <a:lnSpc>
                <a:spcPct val="150000"/>
              </a:lnSpc>
              <a:spcBef>
                <a:spcPct val="0"/>
              </a:spcBef>
              <a:buFontTx/>
              <a:buNone/>
            </a:pPr>
            <a:r>
              <a:rPr lang="en-US" altLang="zh-CN" sz="2400"/>
              <a:t>3. </a:t>
            </a:r>
            <a:r>
              <a:rPr lang="zh-CN" altLang="en-US" sz="2400"/>
              <a:t>学习使用高频信号发生器产生与振荡器最相近的波形，并分别用数字示波器、通用计数器观察和记录数值和参数；</a:t>
            </a:r>
            <a:endParaRPr lang="en-US" altLang="zh-CN" sz="2400"/>
          </a:p>
          <a:p>
            <a:pPr marL="0" indent="0">
              <a:lnSpc>
                <a:spcPct val="150000"/>
              </a:lnSpc>
              <a:spcBef>
                <a:spcPct val="0"/>
              </a:spcBef>
              <a:buFontTx/>
              <a:buNone/>
            </a:pPr>
            <a:r>
              <a:rPr lang="en-US" altLang="zh-CN" sz="2400"/>
              <a:t>4. </a:t>
            </a:r>
            <a:r>
              <a:rPr lang="zh-CN" altLang="en-US" sz="2400"/>
              <a:t>使用高频信号发生器产生</a:t>
            </a:r>
            <a:r>
              <a:rPr lang="en-US" altLang="zh-CN" sz="2400"/>
              <a:t>20MHz</a:t>
            </a:r>
            <a:r>
              <a:rPr lang="zh-CN" altLang="en-US" sz="2400"/>
              <a:t>、 </a:t>
            </a:r>
            <a:r>
              <a:rPr lang="en-US" altLang="zh-CN" sz="2400"/>
              <a:t>0.5V</a:t>
            </a:r>
            <a:r>
              <a:rPr lang="zh-CN" altLang="en-US" sz="2400"/>
              <a:t>峰峰值、直流电平为</a:t>
            </a:r>
            <a:r>
              <a:rPr lang="en-US" altLang="zh-CN" sz="2400"/>
              <a:t>0V</a:t>
            </a:r>
            <a:r>
              <a:rPr lang="zh-CN" altLang="en-US" sz="2400"/>
              <a:t>的正弦波形和方波，及其他参数或波形。用数字示波器观察对应波形，从而确定高频信号发生器各参数的真实意义。</a:t>
            </a:r>
            <a:endParaRPr lang="zh-CN" altLang="zh-CN" sz="2400"/>
          </a:p>
        </p:txBody>
      </p:sp>
      <p:sp>
        <p:nvSpPr>
          <p:cNvPr id="16388" name="灯片编号占位符 3">
            <a:extLst>
              <a:ext uri="{FF2B5EF4-FFF2-40B4-BE49-F238E27FC236}">
                <a16:creationId xmlns:a16="http://schemas.microsoft.com/office/drawing/2014/main" id="{DC6DAA94-FB38-8619-44E8-A8178322C70F}"/>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F1636DE-380F-4010-B9BA-EBE8E63117BC}" type="slidenum">
              <a:rPr lang="en-US" altLang="zh-CN" sz="1400"/>
              <a:pPr>
                <a:spcBef>
                  <a:spcPct val="0"/>
                </a:spcBef>
                <a:buFontTx/>
                <a:buNone/>
              </a:pPr>
              <a:t>6</a:t>
            </a:fld>
            <a:endParaRPr lang="en-US" altLang="zh-CN" sz="140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DED5FA8-CCFD-D7CD-204C-4C950E280A73}"/>
              </a:ext>
            </a:extLst>
          </p:cNvPr>
          <p:cNvSpPr>
            <a:spLocks noGrp="1" noChangeArrowheads="1"/>
          </p:cNvSpPr>
          <p:nvPr>
            <p:ph type="title"/>
          </p:nvPr>
        </p:nvSpPr>
        <p:spPr>
          <a:xfrm>
            <a:off x="457200" y="260350"/>
            <a:ext cx="8229600" cy="1143000"/>
          </a:xfrm>
        </p:spPr>
        <p:txBody>
          <a:bodyPr/>
          <a:lstStyle/>
          <a:p>
            <a:pPr eaLnBrk="1" hangingPunct="1"/>
            <a:r>
              <a:rPr lang="zh-CN" altLang="en-US"/>
              <a:t>实验步骤</a:t>
            </a:r>
            <a:endParaRPr lang="zh-CN" altLang="zh-CN"/>
          </a:p>
        </p:txBody>
      </p:sp>
      <p:sp>
        <p:nvSpPr>
          <p:cNvPr id="18435" name="Rectangle 3">
            <a:extLst>
              <a:ext uri="{FF2B5EF4-FFF2-40B4-BE49-F238E27FC236}">
                <a16:creationId xmlns:a16="http://schemas.microsoft.com/office/drawing/2014/main" id="{C8C9E686-7838-81C0-EFB4-79EB45E55033}"/>
              </a:ext>
            </a:extLst>
          </p:cNvPr>
          <p:cNvSpPr>
            <a:spLocks noGrp="1" noChangeArrowheads="1"/>
          </p:cNvSpPr>
          <p:nvPr>
            <p:ph idx="1"/>
          </p:nvPr>
        </p:nvSpPr>
        <p:spPr>
          <a:xfrm>
            <a:off x="457200" y="1268413"/>
            <a:ext cx="8362950" cy="4681537"/>
          </a:xfrm>
        </p:spPr>
        <p:txBody>
          <a:bodyPr/>
          <a:lstStyle/>
          <a:p>
            <a:pPr marL="0" indent="0">
              <a:lnSpc>
                <a:spcPct val="150000"/>
              </a:lnSpc>
              <a:spcBef>
                <a:spcPct val="0"/>
              </a:spcBef>
              <a:buFontTx/>
              <a:buNone/>
            </a:pPr>
            <a:r>
              <a:rPr lang="en-US" altLang="zh-CN" sz="2400"/>
              <a:t>5. </a:t>
            </a:r>
            <a:r>
              <a:rPr lang="zh-CN" altLang="en-US" sz="2400"/>
              <a:t>学习使用通用计数器读取信号发生器输出频率。注意通用计数器测量时的注意事项；注意区分交流耦合和直流耦合；注意信号幅度和频率对读取值的影响。</a:t>
            </a:r>
            <a:endParaRPr lang="en-US" altLang="zh-CN" sz="2400"/>
          </a:p>
          <a:p>
            <a:pPr marL="0" indent="0">
              <a:lnSpc>
                <a:spcPct val="150000"/>
              </a:lnSpc>
              <a:spcBef>
                <a:spcPct val="0"/>
              </a:spcBef>
              <a:buFontTx/>
              <a:buNone/>
            </a:pPr>
            <a:r>
              <a:rPr lang="en-US" altLang="zh-CN" sz="2400"/>
              <a:t>8. </a:t>
            </a:r>
            <a:r>
              <a:rPr lang="zh-CN" altLang="en-US" sz="2400"/>
              <a:t>用信号发生器发出其最高频率的方波，用示波器确定波形后，学习如何使用频谱分析仪设置理解并设置</a:t>
            </a:r>
            <a:r>
              <a:rPr lang="en-US" altLang="zh-CN" sz="2400"/>
              <a:t>Frequency, Span, Amplitude, BW, Marker</a:t>
            </a:r>
            <a:r>
              <a:rPr lang="zh-CN" altLang="en-US" sz="2400"/>
              <a:t>。学习同时标记最高频谱功率最高峰和次高峰。</a:t>
            </a:r>
            <a:endParaRPr lang="zh-CN" altLang="zh-CN" sz="2400"/>
          </a:p>
        </p:txBody>
      </p:sp>
      <p:sp>
        <p:nvSpPr>
          <p:cNvPr id="18436" name="灯片编号占位符 3">
            <a:extLst>
              <a:ext uri="{FF2B5EF4-FFF2-40B4-BE49-F238E27FC236}">
                <a16:creationId xmlns:a16="http://schemas.microsoft.com/office/drawing/2014/main" id="{B3CAB98F-DDD9-D040-D6A9-482BF8795F01}"/>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37C6D3B-C993-4838-929B-C04814067E23}" type="slidenum">
              <a:rPr lang="en-US" altLang="zh-CN" sz="1400"/>
              <a:pPr>
                <a:spcBef>
                  <a:spcPct val="0"/>
                </a:spcBef>
                <a:buFontTx/>
                <a:buNone/>
              </a:pPr>
              <a:t>7</a:t>
            </a:fld>
            <a:endParaRPr lang="en-US" altLang="zh-CN" sz="140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05512B2-175B-B670-64FE-0BC8A1197BBF}"/>
              </a:ext>
            </a:extLst>
          </p:cNvPr>
          <p:cNvSpPr>
            <a:spLocks noGrp="1" noChangeArrowheads="1"/>
          </p:cNvSpPr>
          <p:nvPr>
            <p:ph type="title"/>
          </p:nvPr>
        </p:nvSpPr>
        <p:spPr>
          <a:xfrm>
            <a:off x="457200" y="260350"/>
            <a:ext cx="8229600" cy="1143000"/>
          </a:xfrm>
        </p:spPr>
        <p:txBody>
          <a:bodyPr/>
          <a:lstStyle/>
          <a:p>
            <a:pPr eaLnBrk="1" hangingPunct="1"/>
            <a:r>
              <a:rPr lang="zh-CN" altLang="en-US"/>
              <a:t>实验步骤</a:t>
            </a:r>
            <a:endParaRPr lang="zh-CN" altLang="zh-CN"/>
          </a:p>
        </p:txBody>
      </p:sp>
      <p:sp>
        <p:nvSpPr>
          <p:cNvPr id="9219" name="Rectangle 3">
            <a:extLst>
              <a:ext uri="{FF2B5EF4-FFF2-40B4-BE49-F238E27FC236}">
                <a16:creationId xmlns:a16="http://schemas.microsoft.com/office/drawing/2014/main" id="{C291D753-3274-FF81-CDED-8B4A82641586}"/>
              </a:ext>
            </a:extLst>
          </p:cNvPr>
          <p:cNvSpPr>
            <a:spLocks noGrp="1" noChangeArrowheads="1"/>
          </p:cNvSpPr>
          <p:nvPr>
            <p:ph idx="1"/>
          </p:nvPr>
        </p:nvSpPr>
        <p:spPr>
          <a:xfrm>
            <a:off x="457200" y="1268413"/>
            <a:ext cx="8229600" cy="4681537"/>
          </a:xfrm>
        </p:spPr>
        <p:txBody>
          <a:bodyPr/>
          <a:lstStyle/>
          <a:p>
            <a:pPr marL="0" indent="0">
              <a:lnSpc>
                <a:spcPct val="150000"/>
              </a:lnSpc>
              <a:spcBef>
                <a:spcPts val="0"/>
              </a:spcBef>
              <a:buFontTx/>
              <a:buNone/>
              <a:defRPr/>
            </a:pPr>
            <a:r>
              <a:rPr lang="en-US" altLang="zh-CN" sz="2400" dirty="0"/>
              <a:t>9. </a:t>
            </a:r>
            <a:r>
              <a:rPr lang="zh-CN" altLang="en-US" sz="2400" dirty="0"/>
              <a:t>搭建如下图所示的晶体选频振荡电路并用万用表检查电路正确性（可选）；</a:t>
            </a:r>
            <a:endParaRPr lang="en-US" altLang="zh-CN" sz="2400" dirty="0"/>
          </a:p>
          <a:p>
            <a:pPr>
              <a:lnSpc>
                <a:spcPct val="150000"/>
              </a:lnSpc>
              <a:spcBef>
                <a:spcPts val="0"/>
              </a:spcBef>
              <a:buFont typeface="Wingdings" panose="05000000000000000000" pitchFamily="2" charset="2"/>
              <a:buChar char="Ø"/>
              <a:defRPr/>
            </a:pPr>
            <a:endParaRPr lang="en-US" altLang="zh-CN" sz="2400" dirty="0"/>
          </a:p>
          <a:p>
            <a:pPr>
              <a:lnSpc>
                <a:spcPct val="150000"/>
              </a:lnSpc>
              <a:spcBef>
                <a:spcPts val="0"/>
              </a:spcBef>
              <a:buFont typeface="Wingdings" panose="05000000000000000000" pitchFamily="2" charset="2"/>
              <a:buChar char="Ø"/>
              <a:defRPr/>
            </a:pPr>
            <a:endParaRPr lang="en-US" altLang="zh-CN" sz="2400" dirty="0"/>
          </a:p>
          <a:p>
            <a:pPr marL="0" indent="0">
              <a:lnSpc>
                <a:spcPct val="150000"/>
              </a:lnSpc>
              <a:spcBef>
                <a:spcPts val="0"/>
              </a:spcBef>
              <a:buFontTx/>
              <a:buNone/>
              <a:defRPr/>
            </a:pPr>
            <a:endParaRPr lang="zh-CN" altLang="zh-CN" sz="2400" dirty="0"/>
          </a:p>
        </p:txBody>
      </p:sp>
      <p:sp>
        <p:nvSpPr>
          <p:cNvPr id="20484" name="灯片编号占位符 3">
            <a:extLst>
              <a:ext uri="{FF2B5EF4-FFF2-40B4-BE49-F238E27FC236}">
                <a16:creationId xmlns:a16="http://schemas.microsoft.com/office/drawing/2014/main" id="{D33E8EFD-1F80-272D-46FB-462142DCAC1C}"/>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025B856-87B6-4F85-846F-28848789756F}" type="slidenum">
              <a:rPr lang="en-US" altLang="zh-CN" sz="1400"/>
              <a:pPr>
                <a:spcBef>
                  <a:spcPct val="0"/>
                </a:spcBef>
                <a:buFontTx/>
                <a:buNone/>
              </a:pPr>
              <a:t>8</a:t>
            </a:fld>
            <a:endParaRPr lang="en-US" altLang="zh-CN" sz="1400"/>
          </a:p>
        </p:txBody>
      </p:sp>
      <p:pic>
        <p:nvPicPr>
          <p:cNvPr id="20485" name="图片 4">
            <a:extLst>
              <a:ext uri="{FF2B5EF4-FFF2-40B4-BE49-F238E27FC236}">
                <a16:creationId xmlns:a16="http://schemas.microsoft.com/office/drawing/2014/main" id="{FAE1AF20-F6BD-4942-6131-4C504CEB751F}"/>
              </a:ext>
            </a:extLst>
          </p:cNvPr>
          <p:cNvPicPr>
            <a:picLocks noChangeAspect="1" noChangeArrowheads="1"/>
          </p:cNvPicPr>
          <p:nvPr/>
        </p:nvPicPr>
        <p:blipFill>
          <a:blip r:embed="rId3">
            <a:clrChange>
              <a:clrFrom>
                <a:srgbClr val="FFFCF8"/>
              </a:clrFrom>
              <a:clrTo>
                <a:srgbClr val="FFFCF8">
                  <a:alpha val="0"/>
                </a:srgbClr>
              </a:clrTo>
            </a:clrChange>
            <a:extLst>
              <a:ext uri="{28A0092B-C50C-407E-A947-70E740481C1C}">
                <a14:useLocalDpi xmlns:a14="http://schemas.microsoft.com/office/drawing/2010/main" val="0"/>
              </a:ext>
            </a:extLst>
          </a:blip>
          <a:srcRect/>
          <a:stretch>
            <a:fillRect/>
          </a:stretch>
        </p:blipFill>
        <p:spPr bwMode="auto">
          <a:xfrm>
            <a:off x="2535238" y="2025650"/>
            <a:ext cx="4321175"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EAE7F30-5B25-9C19-F6F8-5EACD72BACE6}"/>
              </a:ext>
            </a:extLst>
          </p:cNvPr>
          <p:cNvSpPr/>
          <p:nvPr/>
        </p:nvSpPr>
        <p:spPr>
          <a:xfrm>
            <a:off x="1655763" y="5721350"/>
            <a:ext cx="5832475" cy="461963"/>
          </a:xfrm>
          <a:prstGeom prst="rect">
            <a:avLst/>
          </a:prstGeom>
        </p:spPr>
        <p:txBody>
          <a:bodyPr wrap="none">
            <a:spAutoFit/>
          </a:bodyPr>
          <a:lstStyle/>
          <a:p>
            <a:pPr marL="228600" indent="266700" algn="ctr">
              <a:spcAft>
                <a:spcPts val="0"/>
              </a:spcAft>
              <a:defRPr/>
            </a:pPr>
            <a:r>
              <a:rPr lang="zh-CN" altLang="zh-CN" sz="2400" dirty="0">
                <a:latin typeface="+mn-lt"/>
                <a:ea typeface="+mn-ea"/>
              </a:rPr>
              <a:t>图</a:t>
            </a:r>
            <a:r>
              <a:rPr lang="en-US" altLang="zh-CN" sz="2400" dirty="0">
                <a:latin typeface="+mn-lt"/>
                <a:ea typeface="+mn-ea"/>
              </a:rPr>
              <a:t>1-1 </a:t>
            </a:r>
            <a:r>
              <a:rPr lang="zh-CN" altLang="zh-CN" sz="2400" dirty="0">
                <a:latin typeface="+mn-lt"/>
                <a:ea typeface="+mn-ea"/>
              </a:rPr>
              <a:t>无源晶体选频振荡器电路原理图</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0385965-30FE-CDAD-1DE0-C128EEE6EB98}"/>
              </a:ext>
            </a:extLst>
          </p:cNvPr>
          <p:cNvSpPr>
            <a:spLocks noGrp="1" noChangeArrowheads="1"/>
          </p:cNvSpPr>
          <p:nvPr>
            <p:ph type="title"/>
          </p:nvPr>
        </p:nvSpPr>
        <p:spPr>
          <a:xfrm>
            <a:off x="457200" y="260350"/>
            <a:ext cx="8229600" cy="1143000"/>
          </a:xfrm>
        </p:spPr>
        <p:txBody>
          <a:bodyPr/>
          <a:lstStyle/>
          <a:p>
            <a:pPr eaLnBrk="1" hangingPunct="1"/>
            <a:r>
              <a:rPr lang="zh-CN" altLang="en-US"/>
              <a:t>实验步骤</a:t>
            </a:r>
            <a:endParaRPr lang="zh-CN" altLang="zh-CN"/>
          </a:p>
        </p:txBody>
      </p:sp>
      <p:sp>
        <p:nvSpPr>
          <p:cNvPr id="22531" name="Rectangle 3">
            <a:extLst>
              <a:ext uri="{FF2B5EF4-FFF2-40B4-BE49-F238E27FC236}">
                <a16:creationId xmlns:a16="http://schemas.microsoft.com/office/drawing/2014/main" id="{C19B8063-5F70-B79A-3E0F-1299EDE14972}"/>
              </a:ext>
            </a:extLst>
          </p:cNvPr>
          <p:cNvSpPr>
            <a:spLocks noGrp="1" noChangeArrowheads="1"/>
          </p:cNvSpPr>
          <p:nvPr>
            <p:ph idx="1"/>
          </p:nvPr>
        </p:nvSpPr>
        <p:spPr>
          <a:xfrm>
            <a:off x="457200" y="1268413"/>
            <a:ext cx="8362950" cy="2016125"/>
          </a:xfrm>
        </p:spPr>
        <p:txBody>
          <a:bodyPr/>
          <a:lstStyle/>
          <a:p>
            <a:pPr marL="0" indent="0">
              <a:lnSpc>
                <a:spcPct val="150000"/>
              </a:lnSpc>
              <a:spcBef>
                <a:spcPct val="0"/>
              </a:spcBef>
              <a:buFontTx/>
              <a:buNone/>
            </a:pPr>
            <a:r>
              <a:rPr lang="en-US" altLang="zh-CN" sz="2400"/>
              <a:t>9. </a:t>
            </a:r>
            <a:r>
              <a:rPr lang="zh-CN" altLang="en-US" sz="2400"/>
              <a:t>分别用示波器、计数器、频谱仪观察记录该振荡器的参数。（可选）</a:t>
            </a:r>
            <a:endParaRPr lang="en-US" altLang="zh-CN" sz="2400"/>
          </a:p>
          <a:p>
            <a:pPr marL="0" indent="0">
              <a:lnSpc>
                <a:spcPct val="150000"/>
              </a:lnSpc>
              <a:spcBef>
                <a:spcPct val="0"/>
              </a:spcBef>
              <a:buFontTx/>
              <a:buNone/>
            </a:pPr>
            <a:r>
              <a:rPr lang="en-US" altLang="zh-CN" sz="2400"/>
              <a:t>12. </a:t>
            </a:r>
            <a:r>
              <a:rPr lang="zh-CN" altLang="en-US" sz="2400"/>
              <a:t>书写实验报告。整理实验内容，归纳实验收获。</a:t>
            </a:r>
            <a:endParaRPr lang="zh-CN" altLang="zh-CN" sz="2400"/>
          </a:p>
        </p:txBody>
      </p:sp>
      <p:sp>
        <p:nvSpPr>
          <p:cNvPr id="22532" name="灯片编号占位符 3">
            <a:extLst>
              <a:ext uri="{FF2B5EF4-FFF2-40B4-BE49-F238E27FC236}">
                <a16:creationId xmlns:a16="http://schemas.microsoft.com/office/drawing/2014/main" id="{5891427B-3407-F76F-E6A3-D4046DB70F2A}"/>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177AD12-3310-44E3-9225-811AAFFC2A5F}" type="slidenum">
              <a:rPr lang="en-US" altLang="zh-CN" sz="1400"/>
              <a:pPr>
                <a:spcBef>
                  <a:spcPct val="0"/>
                </a:spcBef>
                <a:buFontTx/>
                <a:buNone/>
              </a:pPr>
              <a:t>9</a:t>
            </a:fld>
            <a:endParaRPr lang="en-US" altLang="zh-CN" sz="140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a:extLst>
              <a:ext uri="{FF2B5EF4-FFF2-40B4-BE49-F238E27FC236}">
                <a16:creationId xmlns:a16="http://schemas.microsoft.com/office/drawing/2014/main" id="{033A6FF1-5F98-1442-B387-38E0F9132012}"/>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A39746F-B532-4858-A746-AA90F4882CF4}" type="slidenum">
              <a:rPr lang="en-US" altLang="zh-CN" sz="1400"/>
              <a:pPr>
                <a:spcBef>
                  <a:spcPct val="0"/>
                </a:spcBef>
                <a:buFontTx/>
                <a:buNone/>
              </a:pPr>
              <a:t>10</a:t>
            </a:fld>
            <a:endParaRPr lang="en-US" altLang="zh-CN" sz="1400"/>
          </a:p>
        </p:txBody>
      </p:sp>
      <p:sp>
        <p:nvSpPr>
          <p:cNvPr id="9" name="矩形 8">
            <a:extLst>
              <a:ext uri="{FF2B5EF4-FFF2-40B4-BE49-F238E27FC236}">
                <a16:creationId xmlns:a16="http://schemas.microsoft.com/office/drawing/2014/main" id="{F1122C9E-836E-1E04-0C25-898D25A2DDD8}"/>
              </a:ext>
            </a:extLst>
          </p:cNvPr>
          <p:cNvSpPr/>
          <p:nvPr/>
        </p:nvSpPr>
        <p:spPr>
          <a:xfrm>
            <a:off x="0" y="476250"/>
            <a:ext cx="9144000" cy="769938"/>
          </a:xfrm>
          <a:prstGeom prst="rect">
            <a:avLst/>
          </a:prstGeom>
        </p:spPr>
        <p:txBody>
          <a:bodyPr>
            <a:spAutoFit/>
          </a:bodyPr>
          <a:lstStyle/>
          <a:p>
            <a:pPr algn="r" eaLnBrk="1" hangingPunct="1">
              <a:defRPr/>
            </a:pPr>
            <a:r>
              <a:rPr lang="zh-CN" altLang="en-US" sz="4400" dirty="0">
                <a:solidFill>
                  <a:schemeClr val="tx2"/>
                </a:solidFill>
                <a:latin typeface="+mj-lt"/>
                <a:ea typeface="+mj-ea"/>
                <a:cs typeface="+mj-cs"/>
              </a:rPr>
              <a:t>实验报告     </a:t>
            </a:r>
            <a:r>
              <a:rPr lang="en-US" altLang="zh-CN" sz="3600" dirty="0">
                <a:solidFill>
                  <a:schemeClr val="tx2"/>
                </a:solidFill>
                <a:latin typeface="+mj-lt"/>
                <a:ea typeface="+mj-ea"/>
                <a:cs typeface="+mj-cs"/>
              </a:rPr>
              <a:t>——</a:t>
            </a:r>
            <a:r>
              <a:rPr lang="zh-CN" altLang="en-US" sz="3600" dirty="0">
                <a:solidFill>
                  <a:schemeClr val="tx2"/>
                </a:solidFill>
                <a:latin typeface="+mj-lt"/>
                <a:ea typeface="+mj-ea"/>
                <a:cs typeface="+mj-cs"/>
              </a:rPr>
              <a:t>格式要求</a:t>
            </a:r>
            <a:endParaRPr lang="zh-CN" altLang="en-US" sz="2000" dirty="0">
              <a:solidFill>
                <a:schemeClr val="tx2"/>
              </a:solidFill>
              <a:latin typeface="+mj-lt"/>
              <a:ea typeface="+mj-ea"/>
              <a:cs typeface="+mj-cs"/>
            </a:endParaRPr>
          </a:p>
        </p:txBody>
      </p:sp>
      <p:sp>
        <p:nvSpPr>
          <p:cNvPr id="24580" name="内容占位符 3">
            <a:extLst>
              <a:ext uri="{FF2B5EF4-FFF2-40B4-BE49-F238E27FC236}">
                <a16:creationId xmlns:a16="http://schemas.microsoft.com/office/drawing/2014/main" id="{8BDF940B-C554-8BAC-BDA2-D1952C0A24FF}"/>
              </a:ext>
            </a:extLst>
          </p:cNvPr>
          <p:cNvSpPr>
            <a:spLocks noGrp="1" noChangeArrowheads="1"/>
          </p:cNvSpPr>
          <p:nvPr>
            <p:ph idx="1"/>
          </p:nvPr>
        </p:nvSpPr>
        <p:spPr>
          <a:xfrm>
            <a:off x="287338" y="1166813"/>
            <a:ext cx="8569325" cy="4524375"/>
          </a:xfrm>
        </p:spPr>
        <p:txBody>
          <a:bodyPr/>
          <a:lstStyle/>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  题目                     </a:t>
            </a:r>
            <a:r>
              <a:rPr lang="en-US" altLang="zh-CN" sz="2400">
                <a:latin typeface="Times New Roman" panose="02020603050405020304" pitchFamily="18" charset="0"/>
                <a:cs typeface="Times New Roman" panose="02020603050405020304" pitchFamily="18" charset="0"/>
              </a:rPr>
              <a:t>2. </a:t>
            </a:r>
            <a:r>
              <a:rPr lang="zh-CN" altLang="en-US" sz="2400">
                <a:latin typeface="Times New Roman" panose="02020603050405020304" pitchFamily="18" charset="0"/>
                <a:cs typeface="Times New Roman" panose="02020603050405020304" pitchFamily="18" charset="0"/>
              </a:rPr>
              <a:t>实验目的        </a:t>
            </a:r>
            <a:r>
              <a:rPr lang="en-US" altLang="zh-CN" sz="2400">
                <a:latin typeface="Times New Roman" panose="02020603050405020304" pitchFamily="18" charset="0"/>
                <a:cs typeface="Times New Roman" panose="02020603050405020304" pitchFamily="18" charset="0"/>
              </a:rPr>
              <a:t>3. </a:t>
            </a:r>
            <a:r>
              <a:rPr lang="zh-CN" altLang="en-US" sz="2400">
                <a:latin typeface="Times New Roman" panose="02020603050405020304" pitchFamily="18" charset="0"/>
                <a:cs typeface="Times New Roman" panose="02020603050405020304" pitchFamily="18" charset="0"/>
              </a:rPr>
              <a:t>实验预习报告</a:t>
            </a: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3.</a:t>
            </a:r>
            <a:r>
              <a:rPr lang="zh-CN" altLang="en-US" sz="2400">
                <a:latin typeface="Times New Roman" panose="02020603050405020304" pitchFamily="18" charset="0"/>
                <a:cs typeface="Times New Roman" panose="02020603050405020304" pitchFamily="18" charset="0"/>
              </a:rPr>
              <a:t> 实验仪器（记录所使用仪器与主要技术指标，特别是与本试验有关的技术指标）</a:t>
            </a: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4.</a:t>
            </a:r>
            <a:r>
              <a:rPr lang="zh-CN" altLang="en-US" sz="2400">
                <a:latin typeface="Times New Roman" panose="02020603050405020304" pitchFamily="18" charset="0"/>
                <a:cs typeface="Times New Roman" panose="02020603050405020304" pitchFamily="18" charset="0"/>
              </a:rPr>
              <a:t> 实验电路分析（说明本实验对象即电路的工作原理）</a:t>
            </a:r>
            <a:endParaRPr lang="en-US" altLang="zh-CN" sz="2400">
              <a:latin typeface="Times New Roman" panose="02020603050405020304" pitchFamily="18" charset="0"/>
              <a:cs typeface="Times New Roman" panose="02020603050405020304" pitchFamily="18" charset="0"/>
            </a:endParaRP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5. </a:t>
            </a:r>
            <a:r>
              <a:rPr lang="zh-CN" altLang="en-US" sz="2400">
                <a:latin typeface="Times New Roman" panose="02020603050405020304" pitchFamily="18" charset="0"/>
                <a:cs typeface="Times New Roman" panose="02020603050405020304" pitchFamily="18" charset="0"/>
              </a:rPr>
              <a:t>实验原理与步骤（说明被测指标的意义和测量方法、接线图等，写出实验步骤和各步骤得到的实验结果、数据等）</a:t>
            </a: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6.</a:t>
            </a:r>
            <a:r>
              <a:rPr lang="zh-CN" altLang="en-US" sz="2400">
                <a:latin typeface="Times New Roman" panose="02020603050405020304" pitchFamily="18" charset="0"/>
                <a:cs typeface="Times New Roman" panose="02020603050405020304" pitchFamily="18" charset="0"/>
              </a:rPr>
              <a:t> 结果分析（对实验数据进行处理、分析，得出电路指标、特性曲线、变化趋势或其他结果，并与理论分析或计算相比较，说明结果正确与否及误差来源。</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a:extLst>
              <a:ext uri="{FF2B5EF4-FFF2-40B4-BE49-F238E27FC236}">
                <a16:creationId xmlns:a16="http://schemas.microsoft.com/office/drawing/2014/main" id="{5F7E9493-56EB-8622-0D46-B2C5C05C8C47}"/>
              </a:ext>
            </a:extLst>
          </p:cNvPr>
          <p:cNvSpPr>
            <a:spLocks noGrp="1" noChangeArrowheads="1"/>
          </p:cNvSpPr>
          <p:nvPr>
            <p:ph type="sldNum" sz="quarter" idx="12"/>
          </p:nvPr>
        </p:nvSpPr>
        <p:spPr>
          <a:xfrm>
            <a:off x="6983413" y="62325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4493641-30D4-4DB8-A1EB-FD6EA1836028}" type="slidenum">
              <a:rPr lang="en-US" altLang="zh-CN" sz="1400"/>
              <a:pPr>
                <a:spcBef>
                  <a:spcPct val="0"/>
                </a:spcBef>
                <a:buFontTx/>
                <a:buNone/>
              </a:pPr>
              <a:t>11</a:t>
            </a:fld>
            <a:endParaRPr lang="en-US" altLang="zh-CN" sz="1400"/>
          </a:p>
        </p:txBody>
      </p:sp>
      <p:sp>
        <p:nvSpPr>
          <p:cNvPr id="9" name="矩形 8">
            <a:extLst>
              <a:ext uri="{FF2B5EF4-FFF2-40B4-BE49-F238E27FC236}">
                <a16:creationId xmlns:a16="http://schemas.microsoft.com/office/drawing/2014/main" id="{66253B9F-B661-C7B7-1565-BBBDBC846DE2}"/>
              </a:ext>
            </a:extLst>
          </p:cNvPr>
          <p:cNvSpPr/>
          <p:nvPr/>
        </p:nvSpPr>
        <p:spPr>
          <a:xfrm>
            <a:off x="0" y="476250"/>
            <a:ext cx="9144000" cy="769938"/>
          </a:xfrm>
          <a:prstGeom prst="rect">
            <a:avLst/>
          </a:prstGeom>
        </p:spPr>
        <p:txBody>
          <a:bodyPr>
            <a:spAutoFit/>
          </a:bodyPr>
          <a:lstStyle/>
          <a:p>
            <a:pPr algn="r" eaLnBrk="1" hangingPunct="1">
              <a:defRPr/>
            </a:pPr>
            <a:r>
              <a:rPr lang="zh-CN" altLang="en-US" sz="4400" dirty="0">
                <a:solidFill>
                  <a:schemeClr val="tx2"/>
                </a:solidFill>
                <a:latin typeface="+mj-lt"/>
                <a:ea typeface="+mj-ea"/>
                <a:cs typeface="+mj-cs"/>
              </a:rPr>
              <a:t>实验报告     </a:t>
            </a:r>
            <a:r>
              <a:rPr lang="en-US" altLang="zh-CN" sz="3600" dirty="0">
                <a:solidFill>
                  <a:schemeClr val="tx2"/>
                </a:solidFill>
                <a:latin typeface="+mj-lt"/>
                <a:ea typeface="+mj-ea"/>
                <a:cs typeface="+mj-cs"/>
              </a:rPr>
              <a:t>——</a:t>
            </a:r>
            <a:r>
              <a:rPr lang="zh-CN" altLang="en-US" sz="3600" dirty="0">
                <a:solidFill>
                  <a:schemeClr val="tx2"/>
                </a:solidFill>
                <a:latin typeface="+mj-lt"/>
                <a:ea typeface="+mj-ea"/>
                <a:cs typeface="+mj-cs"/>
              </a:rPr>
              <a:t>思考题</a:t>
            </a:r>
            <a:endParaRPr lang="zh-CN" altLang="en-US" sz="2000" dirty="0">
              <a:solidFill>
                <a:schemeClr val="tx2"/>
              </a:solidFill>
              <a:latin typeface="+mj-lt"/>
              <a:ea typeface="+mj-ea"/>
              <a:cs typeface="+mj-cs"/>
            </a:endParaRPr>
          </a:p>
        </p:txBody>
      </p:sp>
      <p:sp>
        <p:nvSpPr>
          <p:cNvPr id="26628" name="内容占位符 3">
            <a:extLst>
              <a:ext uri="{FF2B5EF4-FFF2-40B4-BE49-F238E27FC236}">
                <a16:creationId xmlns:a16="http://schemas.microsoft.com/office/drawing/2014/main" id="{AE6A82DA-E3EB-A208-E769-6C00C1E4151D}"/>
              </a:ext>
            </a:extLst>
          </p:cNvPr>
          <p:cNvSpPr>
            <a:spLocks noGrp="1" noChangeArrowheads="1"/>
          </p:cNvSpPr>
          <p:nvPr>
            <p:ph idx="1"/>
          </p:nvPr>
        </p:nvSpPr>
        <p:spPr>
          <a:xfrm>
            <a:off x="449263" y="1600200"/>
            <a:ext cx="8443912" cy="4276725"/>
          </a:xfrm>
        </p:spPr>
        <p:txBody>
          <a:bodyPr/>
          <a:lstStyle/>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 信号发生器主要参数的意义？信号发生器和高频计数器的频率范围是多少？</a:t>
            </a: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 什么时候用交流耦合测量信号参数，什么时候用直流耦合测量信号参数？</a:t>
            </a:r>
          </a:p>
          <a:p>
            <a:pPr marL="0" indent="0" algn="just">
              <a:lnSpc>
                <a:spcPct val="150000"/>
              </a:lnSpc>
              <a:buFontTx/>
              <a:buNone/>
            </a:pPr>
            <a:r>
              <a:rPr lang="en-US" altLang="zh-CN" sz="2400">
                <a:latin typeface="Times New Roman" panose="02020603050405020304" pitchFamily="18" charset="0"/>
                <a:cs typeface="Times New Roman" panose="02020603050405020304" pitchFamily="18" charset="0"/>
              </a:rPr>
              <a:t>3.</a:t>
            </a:r>
            <a:r>
              <a:rPr lang="zh-CN" altLang="en-US" sz="2400">
                <a:latin typeface="Times New Roman" panose="02020603050405020304" pitchFamily="18" charset="0"/>
                <a:cs typeface="Times New Roman" panose="02020603050405020304" pitchFamily="18" charset="0"/>
              </a:rPr>
              <a:t> 上网搜寻如何才能让</a:t>
            </a:r>
            <a:r>
              <a:rPr lang="en-US" altLang="zh-CN" sz="2400">
                <a:latin typeface="Times New Roman" panose="02020603050405020304" pitchFamily="18" charset="0"/>
                <a:cs typeface="Times New Roman" panose="02020603050405020304" pitchFamily="18" charset="0"/>
              </a:rPr>
              <a:t>50.000MHz</a:t>
            </a:r>
            <a:r>
              <a:rPr lang="zh-CN" altLang="en-US" sz="2400">
                <a:latin typeface="Times New Roman" panose="02020603050405020304" pitchFamily="18" charset="0"/>
                <a:cs typeface="Times New Roman" panose="02020603050405020304" pitchFamily="18" charset="0"/>
              </a:rPr>
              <a:t>的晶体产生出</a:t>
            </a:r>
            <a:r>
              <a:rPr lang="en-US" altLang="zh-CN" sz="2400">
                <a:latin typeface="Times New Roman" panose="02020603050405020304" pitchFamily="18" charset="0"/>
                <a:cs typeface="Times New Roman" panose="02020603050405020304" pitchFamily="18" charset="0"/>
              </a:rPr>
              <a:t>50M</a:t>
            </a:r>
            <a:r>
              <a:rPr lang="zh-CN" altLang="en-US" sz="2400">
                <a:latin typeface="Times New Roman" panose="02020603050405020304" pitchFamily="18" charset="0"/>
                <a:cs typeface="Times New Roman" panose="02020603050405020304" pitchFamily="18" charset="0"/>
              </a:rPr>
              <a:t>的波形。</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54E61CB-5A63-B329-6DC3-4CAF2664CF15}"/>
              </a:ext>
            </a:extLst>
          </p:cNvPr>
          <p:cNvSpPr>
            <a:spLocks noGrp="1" noChangeArrowheads="1"/>
          </p:cNvSpPr>
          <p:nvPr>
            <p:ph type="title" idx="4294967295"/>
          </p:nvPr>
        </p:nvSpPr>
        <p:spPr>
          <a:xfrm>
            <a:off x="457200" y="692150"/>
            <a:ext cx="8229600" cy="1143000"/>
          </a:xfrm>
        </p:spPr>
        <p:txBody>
          <a:bodyPr/>
          <a:lstStyle/>
          <a:p>
            <a:pPr eaLnBrk="1" hangingPunct="1"/>
            <a:br>
              <a:rPr lang="zh-CN" altLang="en-US"/>
            </a:br>
            <a:endParaRPr lang="zh-CN" altLang="zh-CN"/>
          </a:p>
        </p:txBody>
      </p:sp>
      <p:sp>
        <p:nvSpPr>
          <p:cNvPr id="28675" name="灯片编号占位符 3">
            <a:extLst>
              <a:ext uri="{FF2B5EF4-FFF2-40B4-BE49-F238E27FC236}">
                <a16:creationId xmlns:a16="http://schemas.microsoft.com/office/drawing/2014/main" id="{24C46041-C277-0608-7871-371A6DF5924F}"/>
              </a:ext>
            </a:extLst>
          </p:cNvPr>
          <p:cNvSpPr txBox="1">
            <a:spLocks noGrp="1" noChangeArrowheads="1"/>
          </p:cNvSpPr>
          <p:nvPr/>
        </p:nvSpPr>
        <p:spPr bwMode="auto">
          <a:xfrm>
            <a:off x="6983413"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64F44789-A122-4202-9012-912E191A3169}" type="slidenum">
              <a:rPr lang="en-US" altLang="zh-CN" sz="1400"/>
              <a:pPr algn="r" eaLnBrk="1" hangingPunct="1">
                <a:spcBef>
                  <a:spcPct val="0"/>
                </a:spcBef>
                <a:buFontTx/>
                <a:buNone/>
              </a:pPr>
              <a:t>12</a:t>
            </a:fld>
            <a:endParaRPr lang="en-US" altLang="zh-CN" sz="1400"/>
          </a:p>
        </p:txBody>
      </p:sp>
      <p:sp>
        <p:nvSpPr>
          <p:cNvPr id="28676" name="Rectangle 2">
            <a:extLst>
              <a:ext uri="{FF2B5EF4-FFF2-40B4-BE49-F238E27FC236}">
                <a16:creationId xmlns:a16="http://schemas.microsoft.com/office/drawing/2014/main" id="{1BC3BE89-E644-71F8-7B67-D82349EB7B70}"/>
              </a:ext>
            </a:extLst>
          </p:cNvPr>
          <p:cNvSpPr>
            <a:spLocks noChangeArrowheads="1"/>
          </p:cNvSpPr>
          <p:nvPr/>
        </p:nvSpPr>
        <p:spPr bwMode="auto">
          <a:xfrm>
            <a:off x="457200" y="6921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br>
              <a:rPr lang="zh-CN" altLang="en-US" sz="4400">
                <a:solidFill>
                  <a:schemeClr val="tx2"/>
                </a:solidFill>
              </a:rPr>
            </a:br>
            <a:endParaRPr lang="zh-CN" altLang="zh-CN" sz="4400">
              <a:solidFill>
                <a:schemeClr val="tx2"/>
              </a:solidFill>
            </a:endParaRPr>
          </a:p>
        </p:txBody>
      </p:sp>
      <p:sp>
        <p:nvSpPr>
          <p:cNvPr id="28677" name="Rectangle 3">
            <a:extLst>
              <a:ext uri="{FF2B5EF4-FFF2-40B4-BE49-F238E27FC236}">
                <a16:creationId xmlns:a16="http://schemas.microsoft.com/office/drawing/2014/main" id="{7FDD55BA-ED27-322C-CE34-A0A993AC8011}"/>
              </a:ext>
            </a:extLst>
          </p:cNvPr>
          <p:cNvSpPr>
            <a:spLocks noChangeArrowheads="1"/>
          </p:cNvSpPr>
          <p:nvPr/>
        </p:nvSpPr>
        <p:spPr bwMode="auto">
          <a:xfrm>
            <a:off x="3132138" y="2565400"/>
            <a:ext cx="33115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3600" b="1">
                <a:solidFill>
                  <a:srgbClr val="660033"/>
                </a:solidFill>
                <a:ea typeface="华文隶书" panose="02010800040101010101" pitchFamily="2" charset="-122"/>
              </a:rPr>
              <a:t>此次实验结束</a:t>
            </a:r>
          </a:p>
        </p:txBody>
      </p:sp>
      <p:sp>
        <p:nvSpPr>
          <p:cNvPr id="28678" name="灯片编号占位符 3">
            <a:extLst>
              <a:ext uri="{FF2B5EF4-FFF2-40B4-BE49-F238E27FC236}">
                <a16:creationId xmlns:a16="http://schemas.microsoft.com/office/drawing/2014/main" id="{14A3B057-95FE-4D3B-208A-E9F29B3F72B0}"/>
              </a:ext>
            </a:extLst>
          </p:cNvPr>
          <p:cNvSpPr txBox="1">
            <a:spLocks noGrp="1" noChangeArrowheads="1"/>
          </p:cNvSpPr>
          <p:nvPr/>
        </p:nvSpPr>
        <p:spPr bwMode="auto">
          <a:xfrm>
            <a:off x="6983413"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02F33F26-D680-474F-B47F-26F374271563}" type="slidenum">
              <a:rPr lang="en-US" altLang="zh-CN" sz="1400"/>
              <a:pPr algn="r" eaLnBrk="1" hangingPunct="1">
                <a:spcBef>
                  <a:spcPct val="0"/>
                </a:spcBef>
                <a:buFontTx/>
                <a:buNone/>
              </a:pPr>
              <a:t>12</a:t>
            </a:fld>
            <a:endParaRPr lang="en-US" altLang="zh-CN" sz="1400"/>
          </a:p>
        </p:txBody>
      </p:sp>
      <p:sp>
        <p:nvSpPr>
          <p:cNvPr id="28679" name="Rectangle 3">
            <a:extLst>
              <a:ext uri="{FF2B5EF4-FFF2-40B4-BE49-F238E27FC236}">
                <a16:creationId xmlns:a16="http://schemas.microsoft.com/office/drawing/2014/main" id="{A91B4D36-67A9-0E89-61ED-F079B5996C1C}"/>
              </a:ext>
            </a:extLst>
          </p:cNvPr>
          <p:cNvSpPr>
            <a:spLocks noChangeArrowheads="1"/>
          </p:cNvSpPr>
          <p:nvPr/>
        </p:nvSpPr>
        <p:spPr bwMode="auto">
          <a:xfrm>
            <a:off x="4859338" y="3932238"/>
            <a:ext cx="3960812"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buFontTx/>
              <a:buNone/>
            </a:pPr>
            <a:r>
              <a:rPr lang="zh-CN" altLang="en-US" sz="2000"/>
              <a:t>西安交通大学电信学部信通学院</a:t>
            </a:r>
          </a:p>
          <a:p>
            <a:pPr algn="r" eaLnBrk="1" hangingPunct="1">
              <a:buFontTx/>
              <a:buNone/>
            </a:pPr>
            <a:r>
              <a:rPr lang="zh-CN" altLang="en-US" sz="2000"/>
              <a:t> 符均</a:t>
            </a:r>
            <a:endParaRPr lang="en-US" altLang="zh-CN" sz="2000"/>
          </a:p>
          <a:p>
            <a:pPr algn="r" eaLnBrk="1" hangingPunct="1">
              <a:buFontTx/>
              <a:buNone/>
            </a:pPr>
            <a:r>
              <a:rPr lang="zh-CN" altLang="en-US" sz="2000"/>
              <a:t> </a:t>
            </a:r>
            <a:r>
              <a:rPr lang="en-US" altLang="zh-CN" sz="2000">
                <a:hlinkClick r:id="rId2"/>
              </a:rPr>
              <a:t>ts4@mail.xjtu.edu.cn</a:t>
            </a:r>
            <a:endParaRPr lang="en-US" altLang="zh-CN" sz="2000"/>
          </a:p>
          <a:p>
            <a:pPr algn="r" eaLnBrk="1" hangingPunct="1">
              <a:buFontTx/>
              <a:buNone/>
            </a:pPr>
            <a:r>
              <a:rPr lang="en-US" altLang="zh-CN" sz="2000"/>
              <a:t>18992858095</a:t>
            </a:r>
          </a:p>
          <a:p>
            <a:pPr algn="r" eaLnBrk="1" hangingPunct="1">
              <a:buFontTx/>
              <a:buNone/>
            </a:pPr>
            <a:r>
              <a:rPr lang="en-US" altLang="zh-CN" sz="2000" noProof="1"/>
              <a:t>  2022.9.</a:t>
            </a:r>
          </a:p>
        </p:txBody>
      </p:sp>
    </p:spTree>
  </p:cSld>
  <p:clrMapOvr>
    <a:masterClrMapping/>
  </p:clrMapOvr>
  <p:transition spd="slow"/>
</p:sld>
</file>

<file path=ppt/theme/theme1.xml><?xml version="1.0" encoding="utf-8"?>
<a:theme xmlns:a="http://schemas.openxmlformats.org/drawingml/2006/main" name="交大答辩">
  <a:themeElements>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交大答辩">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交大答辩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交大答辩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交大答辩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交大答辩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交大答辩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交大答辩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交大答辩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交大答辩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交大答辩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交大答辩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交大答辩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交大答辩">
  <a:themeElements>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交大答辩">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交大答辩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交大答辩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交大答辩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交大答辩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交大答辩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交大答辩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交大答辩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交大答辩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交大答辩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交大答辩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交大答辩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交大答辩">
  <a:themeElements>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交大答辩">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交大答辩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交大答辩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交大答辩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交大答辩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交大答辩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交大答辩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交大答辩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交大答辩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交大答辩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交大答辩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交大答辩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交大答辩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3995</TotalTime>
  <Words>735</Words>
  <Application>Microsoft Office PowerPoint</Application>
  <PresentationFormat>全屏显示(4:3)</PresentationFormat>
  <Paragraphs>86</Paragraphs>
  <Slides>12</Slides>
  <Notes>9</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12</vt:i4>
      </vt:variant>
    </vt:vector>
  </HeadingPairs>
  <TitlesOfParts>
    <vt:vector size="22" baseType="lpstr">
      <vt:lpstr>Arial</vt:lpstr>
      <vt:lpstr>宋体</vt:lpstr>
      <vt:lpstr>Calibri</vt:lpstr>
      <vt:lpstr>Times New Roman</vt:lpstr>
      <vt:lpstr>黑体</vt:lpstr>
      <vt:lpstr>Wingdings</vt:lpstr>
      <vt:lpstr>华文隶书</vt:lpstr>
      <vt:lpstr>交大答辩</vt:lpstr>
      <vt:lpstr>3_交大答辩</vt:lpstr>
      <vt:lpstr>8_交大答辩</vt:lpstr>
      <vt:lpstr>PowerPoint 演示文稿</vt:lpstr>
      <vt:lpstr>目录</vt:lpstr>
      <vt:lpstr>实验目的</vt:lpstr>
      <vt:lpstr>实验仪器</vt:lpstr>
      <vt:lpstr>实验内容</vt:lpstr>
      <vt:lpstr>实验步骤</vt:lpstr>
      <vt:lpstr>实验步骤</vt:lpstr>
      <vt:lpstr>实验步骤</vt:lpstr>
      <vt:lpstr>实验步骤</vt:lpstr>
      <vt:lpstr>PowerPoint 演示文稿</vt:lpstr>
      <vt:lpstr>PowerPoint 演示文稿</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AMOBBS</dc:creator>
  <cp:lastModifiedBy>shuyang zheng</cp:lastModifiedBy>
  <cp:revision>303</cp:revision>
  <dcterms:created xsi:type="dcterms:W3CDTF">2018-01-29T14:30:54Z</dcterms:created>
  <dcterms:modified xsi:type="dcterms:W3CDTF">2025-10-08T12:09:50Z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